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4"/>
  </p:notesMasterIdLst>
  <p:sldIdLst>
    <p:sldId id="256" r:id="rId2"/>
    <p:sldId id="275" r:id="rId3"/>
    <p:sldId id="273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92" r:id="rId18"/>
    <p:sldId id="294" r:id="rId19"/>
    <p:sldId id="295" r:id="rId20"/>
    <p:sldId id="296" r:id="rId21"/>
    <p:sldId id="299" r:id="rId22"/>
    <p:sldId id="298" r:id="rId23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53"/>
    <p:restoredTop sz="94664"/>
  </p:normalViewPr>
  <p:slideViewPr>
    <p:cSldViewPr snapToGrid="0" snapToObjects="1">
      <p:cViewPr>
        <p:scale>
          <a:sx n="70" d="100"/>
          <a:sy n="70" d="100"/>
        </p:scale>
        <p:origin x="24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AF6FC-CA10-4640-AF04-1455E3AD2120}" type="datetimeFigureOut">
              <a:t>08.04.26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C88B04-75E2-A245-9871-93A0FB72D1BE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537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88B04-75E2-A245-9871-93A0FB72D1BE}" type="slidenum"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1125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7827-A5CD-E74D-9EEC-DAF3FF2562AD}" type="datetimeFigureOut">
              <a:rPr lang="de-DE" smtClean="0"/>
              <a:t>08.04.26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1506F-A193-B648-8C1F-5EF41EE0D63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0983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7827-A5CD-E74D-9EEC-DAF3FF2562AD}" type="datetimeFigureOut">
              <a:rPr lang="de-DE" smtClean="0"/>
              <a:t>08.04.26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1506F-A193-B648-8C1F-5EF41EE0D63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1941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7827-A5CD-E74D-9EEC-DAF3FF2562AD}" type="datetimeFigureOut">
              <a:rPr lang="de-DE" smtClean="0"/>
              <a:t>08.04.26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1506F-A193-B648-8C1F-5EF41EE0D63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2998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7827-A5CD-E74D-9EEC-DAF3FF2562AD}" type="datetimeFigureOut">
              <a:rPr lang="de-DE" smtClean="0"/>
              <a:t>08.04.26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1506F-A193-B648-8C1F-5EF41EE0D63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9917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7827-A5CD-E74D-9EEC-DAF3FF2562AD}" type="datetimeFigureOut">
              <a:rPr lang="de-DE" smtClean="0"/>
              <a:t>08.04.26</a:t>
            </a:fld>
            <a:endParaRPr lang="de-D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1506F-A193-B648-8C1F-5EF41EE0D63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7926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7827-A5CD-E74D-9EEC-DAF3FF2562AD}" type="datetimeFigureOut">
              <a:rPr lang="de-DE" smtClean="0"/>
              <a:t>08.04.26</a:t>
            </a:fld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1506F-A193-B648-8C1F-5EF41EE0D63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5075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7827-A5CD-E74D-9EEC-DAF3FF2562AD}" type="datetimeFigureOut">
              <a:rPr lang="de-DE" smtClean="0"/>
              <a:t>08.04.26</a:t>
            </a:fld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1506F-A193-B648-8C1F-5EF41EE0D63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1950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7827-A5CD-E74D-9EEC-DAF3FF2562AD}" type="datetimeFigureOut">
              <a:rPr lang="de-DE" smtClean="0"/>
              <a:t>08.04.26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1506F-A193-B648-8C1F-5EF41EE0D63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074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7827-A5CD-E74D-9EEC-DAF3FF2562AD}" type="datetimeFigureOut">
              <a:rPr lang="de-DE" smtClean="0"/>
              <a:t>08.04.26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1506F-A193-B648-8C1F-5EF41EE0D63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470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7827-A5CD-E74D-9EEC-DAF3FF2562AD}" type="datetimeFigureOut">
              <a:rPr lang="de-DE" smtClean="0"/>
              <a:t>08.04.26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1506F-A193-B648-8C1F-5EF41EE0D63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3319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67827-A5CD-E74D-9EEC-DAF3FF2562AD}" type="datetimeFigureOut">
              <a:rPr lang="de-DE" smtClean="0"/>
              <a:t>08.04.26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1506F-A193-B648-8C1F-5EF41EE0D63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008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67827-A5CD-E74D-9EEC-DAF3FF2562AD}" type="datetimeFigureOut">
              <a:rPr lang="de-DE" smtClean="0"/>
              <a:t>08.04.26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1506F-A193-B648-8C1F-5EF41EE0D63A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8000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09EC611C-CA0C-8044-99ED-71E9EB8E9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463712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B1E1A-B18A-F2F8-9C1E-4F50FE350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800F6BA-DC4C-DCE9-5086-3A973353F74D}"/>
              </a:ext>
            </a:extLst>
          </p:cNvPr>
          <p:cNvSpPr txBox="1"/>
          <p:nvPr/>
        </p:nvSpPr>
        <p:spPr>
          <a:xfrm>
            <a:off x="7930652" y="191452"/>
            <a:ext cx="1535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>
                <a:solidFill>
                  <a:schemeClr val="bg1"/>
                </a:solidFill>
              </a:rPr>
              <a:t>Universal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849C9EC-BA3D-2656-99A7-6C9DA540E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596" y="1484922"/>
            <a:ext cx="6840000" cy="98325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47BA5698-3646-08EF-5E84-3B0B8D5589D3}"/>
              </a:ext>
            </a:extLst>
          </p:cNvPr>
          <p:cNvSpPr txBox="1"/>
          <p:nvPr/>
        </p:nvSpPr>
        <p:spPr>
          <a:xfrm>
            <a:off x="3630080" y="1488085"/>
            <a:ext cx="2359941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QUICK HELP</a:t>
            </a:r>
          </a:p>
          <a:p>
            <a:pPr algn="ctr"/>
            <a:r>
              <a:rPr lang="de-DE" sz="2400" dirty="0">
                <a:solidFill>
                  <a:schemeClr val="bg1"/>
                </a:solidFill>
              </a:rPr>
              <a:t>Remote Control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2FD234C-00CB-4A17-7116-3530F68A42F4}"/>
              </a:ext>
            </a:extLst>
          </p:cNvPr>
          <p:cNvSpPr txBox="1"/>
          <p:nvPr/>
        </p:nvSpPr>
        <p:spPr>
          <a:xfrm>
            <a:off x="1653625" y="3025422"/>
            <a:ext cx="1127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STOP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PLAYBACK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416B90-CCD2-8295-093D-C31A79C0422D}"/>
              </a:ext>
            </a:extLst>
          </p:cNvPr>
          <p:cNvSpPr txBox="1"/>
          <p:nvPr/>
        </p:nvSpPr>
        <p:spPr>
          <a:xfrm>
            <a:off x="2901347" y="3025422"/>
            <a:ext cx="19454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SELECT SUBTITLES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SEARCH SUBTITLES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1DCF53F-DCB7-09F6-8BDA-4646914697DF}"/>
              </a:ext>
            </a:extLst>
          </p:cNvPr>
          <p:cNvSpPr txBox="1"/>
          <p:nvPr/>
        </p:nvSpPr>
        <p:spPr>
          <a:xfrm>
            <a:off x="4722485" y="3025422"/>
            <a:ext cx="1582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SELECT AUDIO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STREAMS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91263F0-4995-31DF-E2BE-E11F19D53C98}"/>
              </a:ext>
            </a:extLst>
          </p:cNvPr>
          <p:cNvSpPr txBox="1"/>
          <p:nvPr/>
        </p:nvSpPr>
        <p:spPr>
          <a:xfrm>
            <a:off x="6111298" y="3025422"/>
            <a:ext cx="2173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TOGGLE SCREEN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TOGGLE FULLSCREEN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C72A79C-73EE-44F6-2918-54C03FD61F8D}"/>
              </a:ext>
            </a:extLst>
          </p:cNvPr>
          <p:cNvSpPr txBox="1"/>
          <p:nvPr/>
        </p:nvSpPr>
        <p:spPr>
          <a:xfrm>
            <a:off x="2793098" y="4238140"/>
            <a:ext cx="12741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SMALL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BACKWARD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REWIND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3D2A9A9-F426-FD46-8AE6-CA93952612E7}"/>
              </a:ext>
            </a:extLst>
          </p:cNvPr>
          <p:cNvSpPr txBox="1"/>
          <p:nvPr/>
        </p:nvSpPr>
        <p:spPr>
          <a:xfrm>
            <a:off x="4132178" y="4238140"/>
            <a:ext cx="11272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PAUSE OR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UNPAUSE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PLAYBACK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2780852-636A-9B0D-CDC6-810E2772B1A0}"/>
              </a:ext>
            </a:extLst>
          </p:cNvPr>
          <p:cNvSpPr txBox="1"/>
          <p:nvPr/>
        </p:nvSpPr>
        <p:spPr>
          <a:xfrm>
            <a:off x="5176366" y="4238140"/>
            <a:ext cx="16543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SMALL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FORWARD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FAST FORWARD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4C7B975-AD19-0A18-6A8E-9C8B5E520014}"/>
              </a:ext>
            </a:extLst>
          </p:cNvPr>
          <p:cNvSpPr txBox="1"/>
          <p:nvPr/>
        </p:nvSpPr>
        <p:spPr>
          <a:xfrm>
            <a:off x="5567546" y="5634983"/>
            <a:ext cx="2633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SHOW INFORMATION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SHOW CODEC INFORMATON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8F4F3FE-3D01-2897-26EC-05A3326B27C0}"/>
              </a:ext>
            </a:extLst>
          </p:cNvPr>
          <p:cNvSpPr txBox="1"/>
          <p:nvPr/>
        </p:nvSpPr>
        <p:spPr>
          <a:xfrm>
            <a:off x="5567546" y="8543117"/>
            <a:ext cx="2633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PLAYER CONTROLS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CONTEXT MENU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C61C69B-0CFB-2A2B-BD6A-5B9F3366FE81}"/>
              </a:ext>
            </a:extLst>
          </p:cNvPr>
          <p:cNvSpPr txBox="1"/>
          <p:nvPr/>
        </p:nvSpPr>
        <p:spPr>
          <a:xfrm>
            <a:off x="1809200" y="10348100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MUSIC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05BAF36-61CA-5595-B0FA-58A67AAD61A0}"/>
              </a:ext>
            </a:extLst>
          </p:cNvPr>
          <p:cNvSpPr txBox="1"/>
          <p:nvPr/>
        </p:nvSpPr>
        <p:spPr>
          <a:xfrm>
            <a:off x="3429096" y="10348100"/>
            <a:ext cx="93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MOVIES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06F40E5-196B-660A-CC8B-A4F397D512FF}"/>
              </a:ext>
            </a:extLst>
          </p:cNvPr>
          <p:cNvSpPr txBox="1"/>
          <p:nvPr/>
        </p:nvSpPr>
        <p:spPr>
          <a:xfrm>
            <a:off x="4932463" y="10348100"/>
            <a:ext cx="1190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TV SHOWS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D794293-B899-3A86-E1A3-806D8CB96311}"/>
              </a:ext>
            </a:extLst>
          </p:cNvPr>
          <p:cNvSpPr txBox="1"/>
          <p:nvPr/>
        </p:nvSpPr>
        <p:spPr>
          <a:xfrm>
            <a:off x="6655193" y="10348100"/>
            <a:ext cx="1086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PICTURES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FFCE37E-1442-779F-1A92-0BD96F1E3858}"/>
              </a:ext>
            </a:extLst>
          </p:cNvPr>
          <p:cNvSpPr txBox="1"/>
          <p:nvPr/>
        </p:nvSpPr>
        <p:spPr>
          <a:xfrm>
            <a:off x="2001290" y="7115235"/>
            <a:ext cx="1028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NAVIGATE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LEFT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961DD762-B934-0572-5849-3ED219A939AF}"/>
              </a:ext>
            </a:extLst>
          </p:cNvPr>
          <p:cNvSpPr txBox="1"/>
          <p:nvPr/>
        </p:nvSpPr>
        <p:spPr>
          <a:xfrm>
            <a:off x="4759120" y="7115235"/>
            <a:ext cx="1028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NAVIGATE</a:t>
            </a:r>
          </a:p>
          <a:p>
            <a:r>
              <a:rPr lang="de-DE" sz="1600" dirty="0">
                <a:solidFill>
                  <a:schemeClr val="bg1"/>
                </a:solidFill>
              </a:rPr>
              <a:t>RIGHT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C77C681-830C-76CB-E86D-3357DB804A60}"/>
              </a:ext>
            </a:extLst>
          </p:cNvPr>
          <p:cNvSpPr txBox="1"/>
          <p:nvPr/>
        </p:nvSpPr>
        <p:spPr>
          <a:xfrm>
            <a:off x="3374905" y="5946971"/>
            <a:ext cx="1028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NAVIGATE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UP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37BD092-E077-CDF2-4098-FE969DE452DF}"/>
              </a:ext>
            </a:extLst>
          </p:cNvPr>
          <p:cNvSpPr txBox="1"/>
          <p:nvPr/>
        </p:nvSpPr>
        <p:spPr>
          <a:xfrm>
            <a:off x="3374904" y="8289041"/>
            <a:ext cx="1028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NAVIGATE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DOWN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3E06E1D-E472-4B63-BA87-E02410C12C0F}"/>
              </a:ext>
            </a:extLst>
          </p:cNvPr>
          <p:cNvSpPr txBox="1"/>
          <p:nvPr/>
        </p:nvSpPr>
        <p:spPr>
          <a:xfrm>
            <a:off x="4479865" y="7985711"/>
            <a:ext cx="774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SELECT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3F9C030-5F04-6EFA-61D3-7317256F24D1}"/>
              </a:ext>
            </a:extLst>
          </p:cNvPr>
          <p:cNvSpPr txBox="1"/>
          <p:nvPr/>
        </p:nvSpPr>
        <p:spPr>
          <a:xfrm>
            <a:off x="3186335" y="10968560"/>
            <a:ext cx="31836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TAP ACTION </a:t>
            </a:r>
            <a:r>
              <a:rPr lang="de-DE" sz="1600" dirty="0">
                <a:solidFill>
                  <a:schemeClr val="bg2"/>
                </a:solidFill>
              </a:rPr>
              <a:t>vs.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LONGPRESS ACTION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51EEFAE-8E91-8DEE-A1D3-CF8E74510A5D}"/>
              </a:ext>
            </a:extLst>
          </p:cNvPr>
          <p:cNvSpPr txBox="1"/>
          <p:nvPr/>
        </p:nvSpPr>
        <p:spPr>
          <a:xfrm>
            <a:off x="1569634" y="4238140"/>
            <a:ext cx="11352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PREVIOUS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PREVIOUS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CHAPTER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89E2A4CD-696E-B5C8-6EA0-8AAB9E49AB30}"/>
              </a:ext>
            </a:extLst>
          </p:cNvPr>
          <p:cNvSpPr txBox="1"/>
          <p:nvPr/>
        </p:nvSpPr>
        <p:spPr>
          <a:xfrm>
            <a:off x="6746357" y="4238140"/>
            <a:ext cx="10524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NEXT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NEXT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CHAPTER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55280D55-37C1-88A6-74CD-BCBE2E0AF46C}"/>
              </a:ext>
            </a:extLst>
          </p:cNvPr>
          <p:cNvSpPr txBox="1"/>
          <p:nvPr/>
        </p:nvSpPr>
        <p:spPr>
          <a:xfrm>
            <a:off x="1466499" y="5634983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393627A8-46C8-0107-545B-2064DDE81A44}"/>
              </a:ext>
            </a:extLst>
          </p:cNvPr>
          <p:cNvSpPr txBox="1"/>
          <p:nvPr/>
        </p:nvSpPr>
        <p:spPr>
          <a:xfrm>
            <a:off x="1574605" y="8809817"/>
            <a:ext cx="682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202366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50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B1C24-57D1-AFDF-7718-690416042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31">
            <a:extLst>
              <a:ext uri="{FF2B5EF4-FFF2-40B4-BE49-F238E27FC236}">
                <a16:creationId xmlns:a16="http://schemas.microsoft.com/office/drawing/2014/main" id="{01DE3C6E-E545-5515-94C9-15B6C9003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6" name="Textfeld 35">
            <a:extLst>
              <a:ext uri="{FF2B5EF4-FFF2-40B4-BE49-F238E27FC236}">
                <a16:creationId xmlns:a16="http://schemas.microsoft.com/office/drawing/2014/main" id="{F1D122D2-9951-2974-8FC4-01BAFE38BBDF}"/>
              </a:ext>
            </a:extLst>
          </p:cNvPr>
          <p:cNvSpPr txBox="1"/>
          <p:nvPr/>
        </p:nvSpPr>
        <p:spPr>
          <a:xfrm>
            <a:off x="7780421" y="227826"/>
            <a:ext cx="1387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chemeClr val="bg1"/>
                </a:solidFill>
              </a:rPr>
              <a:t>German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90F27596-B82A-54B2-2F04-064F133437FD}"/>
              </a:ext>
            </a:extLst>
          </p:cNvPr>
          <p:cNvSpPr txBox="1"/>
          <p:nvPr/>
        </p:nvSpPr>
        <p:spPr>
          <a:xfrm>
            <a:off x="3728460" y="1489647"/>
            <a:ext cx="2214645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ÜBERSICHT</a:t>
            </a:r>
          </a:p>
          <a:p>
            <a:pPr algn="ctr"/>
            <a:r>
              <a:rPr lang="de-DE" sz="2400" dirty="0">
                <a:solidFill>
                  <a:schemeClr val="bg1"/>
                </a:solidFill>
              </a:rPr>
              <a:t>Fernbedienung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DCB8941-177A-406C-8636-F398BE96D645}"/>
              </a:ext>
            </a:extLst>
          </p:cNvPr>
          <p:cNvSpPr txBox="1"/>
          <p:nvPr/>
        </p:nvSpPr>
        <p:spPr>
          <a:xfrm>
            <a:off x="1517888" y="3032188"/>
            <a:ext cx="138486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WIEDERGABE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STOPPEN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2B61D130-F26A-C822-A350-999D42B3953F}"/>
              </a:ext>
            </a:extLst>
          </p:cNvPr>
          <p:cNvSpPr txBox="1"/>
          <p:nvPr/>
        </p:nvSpPr>
        <p:spPr>
          <a:xfrm>
            <a:off x="2857308" y="3032188"/>
            <a:ext cx="20914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UNTERTITEL WÄHLEN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UNTERTITEL SUCHEN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18F04258-3AB2-D3C8-CD74-A72F7A0D1554}"/>
              </a:ext>
            </a:extLst>
          </p:cNvPr>
          <p:cNvSpPr txBox="1"/>
          <p:nvPr/>
        </p:nvSpPr>
        <p:spPr>
          <a:xfrm>
            <a:off x="4895283" y="3032188"/>
            <a:ext cx="12504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AUDIOSPUR</a:t>
            </a:r>
            <a:br>
              <a:rPr lang="de-DE" sz="1700" dirty="0">
                <a:solidFill>
                  <a:schemeClr val="bg1"/>
                </a:solidFill>
              </a:rPr>
            </a:br>
            <a:r>
              <a:rPr lang="de-DE" sz="1700" dirty="0">
                <a:solidFill>
                  <a:schemeClr val="bg1"/>
                </a:solidFill>
              </a:rPr>
              <a:t>WÄHLEN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F5543A7B-3AEC-1136-4679-01F92022E394}"/>
              </a:ext>
            </a:extLst>
          </p:cNvPr>
          <p:cNvSpPr txBox="1"/>
          <p:nvPr/>
        </p:nvSpPr>
        <p:spPr>
          <a:xfrm>
            <a:off x="6168038" y="3032188"/>
            <a:ext cx="206915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ANZEIGE WECHSELN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VOLLBILD WECHSELN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EF3F3E6-5971-E859-5F31-180709D451E6}"/>
              </a:ext>
            </a:extLst>
          </p:cNvPr>
          <p:cNvSpPr txBox="1"/>
          <p:nvPr/>
        </p:nvSpPr>
        <p:spPr>
          <a:xfrm>
            <a:off x="1529947" y="4253472"/>
            <a:ext cx="11917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500" dirty="0">
                <a:solidFill>
                  <a:schemeClr val="bg1"/>
                </a:solidFill>
              </a:rPr>
              <a:t>RÜCKWÄRTS</a:t>
            </a:r>
          </a:p>
          <a:p>
            <a:pPr algn="ctr"/>
            <a:r>
              <a:rPr lang="de-DE" sz="1500" dirty="0">
                <a:solidFill>
                  <a:schemeClr val="bg1"/>
                </a:solidFill>
              </a:rPr>
              <a:t>SPRINGEN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VORHERIGES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KAPTIEL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A7A3C85-9DA8-D1B4-570D-A89650DE027B}"/>
              </a:ext>
            </a:extLst>
          </p:cNvPr>
          <p:cNvSpPr txBox="1"/>
          <p:nvPr/>
        </p:nvSpPr>
        <p:spPr>
          <a:xfrm>
            <a:off x="2735655" y="4253472"/>
            <a:ext cx="14198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500" dirty="0">
                <a:solidFill>
                  <a:schemeClr val="bg1"/>
                </a:solidFill>
              </a:rPr>
              <a:t>ETWAS ZURÜCK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RÜCKLAUF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EF2028C3-C4AD-0970-A9A6-C9A3D4596BAD}"/>
              </a:ext>
            </a:extLst>
          </p:cNvPr>
          <p:cNvSpPr txBox="1"/>
          <p:nvPr/>
        </p:nvSpPr>
        <p:spPr>
          <a:xfrm>
            <a:off x="4097226" y="4253476"/>
            <a:ext cx="117564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500" dirty="0">
                <a:solidFill>
                  <a:schemeClr val="bg1"/>
                </a:solidFill>
              </a:rPr>
              <a:t>PAUSIEREN</a:t>
            </a:r>
          </a:p>
          <a:p>
            <a:pPr algn="ctr"/>
            <a:r>
              <a:rPr lang="de-DE" sz="1500" dirty="0">
                <a:solidFill>
                  <a:schemeClr val="bg1"/>
                </a:solidFill>
              </a:rPr>
              <a:t>ODER</a:t>
            </a:r>
          </a:p>
          <a:p>
            <a:pPr algn="ctr"/>
            <a:r>
              <a:rPr lang="de-DE" sz="1500" dirty="0">
                <a:solidFill>
                  <a:schemeClr val="bg1"/>
                </a:solidFill>
              </a:rPr>
              <a:t>FORTSETZEN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EE7563DB-7C44-FFF4-B58B-34D9A88B1872}"/>
              </a:ext>
            </a:extLst>
          </p:cNvPr>
          <p:cNvSpPr txBox="1"/>
          <p:nvPr/>
        </p:nvSpPr>
        <p:spPr>
          <a:xfrm>
            <a:off x="5160222" y="4253476"/>
            <a:ext cx="166859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500" dirty="0">
                <a:solidFill>
                  <a:schemeClr val="bg1"/>
                </a:solidFill>
              </a:rPr>
              <a:t>ETWAS VORWÄRTS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SCHNELLER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VORLAUF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11EF186B-A62E-0BA5-9B28-20AE8223C519}"/>
              </a:ext>
            </a:extLst>
          </p:cNvPr>
          <p:cNvSpPr txBox="1"/>
          <p:nvPr/>
        </p:nvSpPr>
        <p:spPr>
          <a:xfrm>
            <a:off x="6755624" y="4253472"/>
            <a:ext cx="10761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500" dirty="0">
                <a:solidFill>
                  <a:schemeClr val="bg1"/>
                </a:solidFill>
              </a:rPr>
              <a:t>VORWÄRTS</a:t>
            </a:r>
          </a:p>
          <a:p>
            <a:pPr algn="ctr"/>
            <a:r>
              <a:rPr lang="de-DE" sz="1500" dirty="0">
                <a:solidFill>
                  <a:schemeClr val="bg1"/>
                </a:solidFill>
              </a:rPr>
              <a:t>SPRINGEN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NÄCHSTES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KAPITEL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4ACFC952-731B-9F59-8974-78534E4F1C29}"/>
              </a:ext>
            </a:extLst>
          </p:cNvPr>
          <p:cNvSpPr txBox="1"/>
          <p:nvPr/>
        </p:nvSpPr>
        <p:spPr>
          <a:xfrm>
            <a:off x="1357319" y="5644160"/>
            <a:ext cx="888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HAUPT-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7414781-A643-4214-AB94-646CC66E216F}"/>
              </a:ext>
            </a:extLst>
          </p:cNvPr>
          <p:cNvSpPr txBox="1"/>
          <p:nvPr/>
        </p:nvSpPr>
        <p:spPr>
          <a:xfrm>
            <a:off x="1289737" y="8543034"/>
            <a:ext cx="9557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de-DE" dirty="0">
              <a:solidFill>
                <a:schemeClr val="bg1"/>
              </a:solidFill>
            </a:endParaRPr>
          </a:p>
          <a:p>
            <a:pPr algn="r"/>
            <a:r>
              <a:rPr lang="de-DE" dirty="0">
                <a:solidFill>
                  <a:schemeClr val="bg1"/>
                </a:solidFill>
              </a:rPr>
              <a:t>ZURÜCK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B14B6317-8882-36F4-7900-7B907FE1251A}"/>
              </a:ext>
            </a:extLst>
          </p:cNvPr>
          <p:cNvSpPr txBox="1"/>
          <p:nvPr/>
        </p:nvSpPr>
        <p:spPr>
          <a:xfrm>
            <a:off x="5568259" y="5644160"/>
            <a:ext cx="2563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INFORMATION ZEIGEN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CODEC-INFORMATON ZEIGEN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E5447115-D540-DF0E-D74F-C62A48261B84}"/>
              </a:ext>
            </a:extLst>
          </p:cNvPr>
          <p:cNvSpPr txBox="1"/>
          <p:nvPr/>
        </p:nvSpPr>
        <p:spPr>
          <a:xfrm>
            <a:off x="5568259" y="8543034"/>
            <a:ext cx="2743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PLAYER-STEUERUNG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KONTEXTMENÜ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D721F4A1-346D-AD7A-1B3B-C4203F4F65A2}"/>
              </a:ext>
            </a:extLst>
          </p:cNvPr>
          <p:cNvSpPr txBox="1"/>
          <p:nvPr/>
        </p:nvSpPr>
        <p:spPr>
          <a:xfrm>
            <a:off x="1809479" y="10346931"/>
            <a:ext cx="81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MUSIK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CDA537A1-299F-CE66-D9A9-70E81D181316}"/>
              </a:ext>
            </a:extLst>
          </p:cNvPr>
          <p:cNvSpPr txBox="1"/>
          <p:nvPr/>
        </p:nvSpPr>
        <p:spPr>
          <a:xfrm>
            <a:off x="3517166" y="10346931"/>
            <a:ext cx="75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FILME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64D58CFF-1DD8-C9A9-640B-404B3B857C1E}"/>
              </a:ext>
            </a:extLst>
          </p:cNvPr>
          <p:cNvSpPr txBox="1"/>
          <p:nvPr/>
        </p:nvSpPr>
        <p:spPr>
          <a:xfrm>
            <a:off x="5117613" y="10346931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SERIEN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0F726E7C-2353-951E-CA45-AB27245980A6}"/>
              </a:ext>
            </a:extLst>
          </p:cNvPr>
          <p:cNvSpPr txBox="1"/>
          <p:nvPr/>
        </p:nvSpPr>
        <p:spPr>
          <a:xfrm>
            <a:off x="6786306" y="10346931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BILDER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25095BCC-41C6-BB4F-93CE-0551061891E6}"/>
              </a:ext>
            </a:extLst>
          </p:cNvPr>
          <p:cNvSpPr txBox="1"/>
          <p:nvPr/>
        </p:nvSpPr>
        <p:spPr>
          <a:xfrm>
            <a:off x="2354436" y="7122388"/>
            <a:ext cx="6721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NACH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LINKS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B7116273-640A-3FF4-4B07-2E1FCA3614F3}"/>
              </a:ext>
            </a:extLst>
          </p:cNvPr>
          <p:cNvSpPr txBox="1"/>
          <p:nvPr/>
        </p:nvSpPr>
        <p:spPr>
          <a:xfrm>
            <a:off x="4765327" y="7122388"/>
            <a:ext cx="825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NACH</a:t>
            </a:r>
          </a:p>
          <a:p>
            <a:r>
              <a:rPr lang="de-DE" sz="1600" dirty="0">
                <a:solidFill>
                  <a:schemeClr val="bg1"/>
                </a:solidFill>
              </a:rPr>
              <a:t>RECHTS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1423442C-377E-737B-CFE0-9EB647E0DC36}"/>
              </a:ext>
            </a:extLst>
          </p:cNvPr>
          <p:cNvSpPr txBox="1"/>
          <p:nvPr/>
        </p:nvSpPr>
        <p:spPr>
          <a:xfrm>
            <a:off x="3554226" y="5960362"/>
            <a:ext cx="672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NACH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OBEN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614D9C19-8A9B-5EB4-3029-6DC1441906BA}"/>
              </a:ext>
            </a:extLst>
          </p:cNvPr>
          <p:cNvSpPr txBox="1"/>
          <p:nvPr/>
        </p:nvSpPr>
        <p:spPr>
          <a:xfrm>
            <a:off x="3498986" y="8280666"/>
            <a:ext cx="7825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NACH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UNTEN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8433B91E-B0D4-D2C6-D119-980ED5C75A27}"/>
              </a:ext>
            </a:extLst>
          </p:cNvPr>
          <p:cNvSpPr txBox="1"/>
          <p:nvPr/>
        </p:nvSpPr>
        <p:spPr>
          <a:xfrm>
            <a:off x="4257634" y="8031359"/>
            <a:ext cx="119423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solidFill>
                  <a:schemeClr val="bg1"/>
                </a:solidFill>
              </a:rPr>
              <a:t>AUSWÄHLEN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ED36814A-16EB-218D-EEDE-09D3FFCD44C9}"/>
              </a:ext>
            </a:extLst>
          </p:cNvPr>
          <p:cNvSpPr txBox="1"/>
          <p:nvPr/>
        </p:nvSpPr>
        <p:spPr>
          <a:xfrm>
            <a:off x="3568896" y="10965453"/>
            <a:ext cx="2533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TIPPEN </a:t>
            </a:r>
            <a:r>
              <a:rPr lang="de-DE" sz="1600" dirty="0">
                <a:solidFill>
                  <a:schemeClr val="bg2"/>
                </a:solidFill>
              </a:rPr>
              <a:t>vs.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LANGE DRÜCKEN</a:t>
            </a:r>
          </a:p>
        </p:txBody>
      </p:sp>
    </p:spTree>
    <p:extLst>
      <p:ext uri="{BB962C8B-B14F-4D97-AF65-F5344CB8AC3E}">
        <p14:creationId xmlns:p14="http://schemas.microsoft.com/office/powerpoint/2010/main" val="132634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DA731-E94A-1F42-FF98-DFDFA520C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15922D0-309E-C12D-530B-3A3A61569BC9}"/>
              </a:ext>
            </a:extLst>
          </p:cNvPr>
          <p:cNvSpPr txBox="1"/>
          <p:nvPr/>
        </p:nvSpPr>
        <p:spPr>
          <a:xfrm>
            <a:off x="7955466" y="211783"/>
            <a:ext cx="13612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200" dirty="0">
                <a:solidFill>
                  <a:schemeClr val="bg1"/>
                </a:solidFill>
              </a:rPr>
              <a:t>English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9CE937F-56B8-6236-EED5-9378C51C0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596" y="1484922"/>
            <a:ext cx="6840000" cy="98325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89954961-2EF8-E6B1-F444-A11500A3EA08}"/>
              </a:ext>
            </a:extLst>
          </p:cNvPr>
          <p:cNvSpPr txBox="1"/>
          <p:nvPr/>
        </p:nvSpPr>
        <p:spPr>
          <a:xfrm>
            <a:off x="3630080" y="1488085"/>
            <a:ext cx="2359941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QUICK HELP</a:t>
            </a:r>
          </a:p>
          <a:p>
            <a:pPr algn="ctr"/>
            <a:r>
              <a:rPr lang="de-DE" sz="2400" dirty="0">
                <a:solidFill>
                  <a:schemeClr val="bg1"/>
                </a:solidFill>
              </a:rPr>
              <a:t>Remote Control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56A8FAD-279A-07A2-4E44-AA85B568A827}"/>
              </a:ext>
            </a:extLst>
          </p:cNvPr>
          <p:cNvSpPr txBox="1"/>
          <p:nvPr/>
        </p:nvSpPr>
        <p:spPr>
          <a:xfrm>
            <a:off x="1653625" y="3025422"/>
            <a:ext cx="1127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STOP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PLAYBACK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51AEE00-45E2-B402-3BC8-39243D08148C}"/>
              </a:ext>
            </a:extLst>
          </p:cNvPr>
          <p:cNvSpPr txBox="1"/>
          <p:nvPr/>
        </p:nvSpPr>
        <p:spPr>
          <a:xfrm>
            <a:off x="2901347" y="3025422"/>
            <a:ext cx="19454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SELECT SUBTITLES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SEARCH SUBTITLES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2944747-8AF0-93BE-9CAF-8F9AC7412289}"/>
              </a:ext>
            </a:extLst>
          </p:cNvPr>
          <p:cNvSpPr txBox="1"/>
          <p:nvPr/>
        </p:nvSpPr>
        <p:spPr>
          <a:xfrm>
            <a:off x="4722485" y="3025422"/>
            <a:ext cx="1582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SELECT AUDIO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STREAMS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72536B6-ABD8-CCC8-F9F2-E3A5DEF94E6C}"/>
              </a:ext>
            </a:extLst>
          </p:cNvPr>
          <p:cNvSpPr txBox="1"/>
          <p:nvPr/>
        </p:nvSpPr>
        <p:spPr>
          <a:xfrm>
            <a:off x="6111298" y="3025422"/>
            <a:ext cx="2173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TOGGLE SCREEN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TOGGLE FULLSCREEN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D7B687A-6443-8459-0AF6-C3E8C16D22C6}"/>
              </a:ext>
            </a:extLst>
          </p:cNvPr>
          <p:cNvSpPr txBox="1"/>
          <p:nvPr/>
        </p:nvSpPr>
        <p:spPr>
          <a:xfrm>
            <a:off x="1569634" y="4238140"/>
            <a:ext cx="11352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PREVIOUS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PREVIOUS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CHAPTER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5740E4E-9D42-8D9D-1429-BC515EF54D4C}"/>
              </a:ext>
            </a:extLst>
          </p:cNvPr>
          <p:cNvSpPr txBox="1"/>
          <p:nvPr/>
        </p:nvSpPr>
        <p:spPr>
          <a:xfrm>
            <a:off x="2793098" y="4238140"/>
            <a:ext cx="12741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SMALL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BACKWARD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REWIND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B1C3C5B-F666-5FB2-F0B4-8F983764B788}"/>
              </a:ext>
            </a:extLst>
          </p:cNvPr>
          <p:cNvSpPr txBox="1"/>
          <p:nvPr/>
        </p:nvSpPr>
        <p:spPr>
          <a:xfrm>
            <a:off x="4132178" y="4238140"/>
            <a:ext cx="11272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PAUSE OR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UNPAUSE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PLAYBACK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9FAB04B-30BE-C788-0632-D0802622D9D6}"/>
              </a:ext>
            </a:extLst>
          </p:cNvPr>
          <p:cNvSpPr txBox="1"/>
          <p:nvPr/>
        </p:nvSpPr>
        <p:spPr>
          <a:xfrm>
            <a:off x="5176366" y="4238140"/>
            <a:ext cx="16543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SMALL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FORWARD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FAST FORWARD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D603890-A8C4-0B33-0C40-2AB8706CE13B}"/>
              </a:ext>
            </a:extLst>
          </p:cNvPr>
          <p:cNvSpPr txBox="1"/>
          <p:nvPr/>
        </p:nvSpPr>
        <p:spPr>
          <a:xfrm>
            <a:off x="6746357" y="4238140"/>
            <a:ext cx="10524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NEXT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NEXT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CHAPTER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A7FCD6E-2A43-25D1-0285-966931B4927E}"/>
              </a:ext>
            </a:extLst>
          </p:cNvPr>
          <p:cNvSpPr txBox="1"/>
          <p:nvPr/>
        </p:nvSpPr>
        <p:spPr>
          <a:xfrm>
            <a:off x="1466499" y="5634983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BB42B65-DF2B-DDCE-E66C-E7B6944A8C83}"/>
              </a:ext>
            </a:extLst>
          </p:cNvPr>
          <p:cNvSpPr txBox="1"/>
          <p:nvPr/>
        </p:nvSpPr>
        <p:spPr>
          <a:xfrm>
            <a:off x="1574605" y="8809817"/>
            <a:ext cx="682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BACK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B96FAD0-9159-4DD8-26A6-237070465FB5}"/>
              </a:ext>
            </a:extLst>
          </p:cNvPr>
          <p:cNvSpPr txBox="1"/>
          <p:nvPr/>
        </p:nvSpPr>
        <p:spPr>
          <a:xfrm>
            <a:off x="5567546" y="5634983"/>
            <a:ext cx="2633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SHOW INFORMATION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SHOW CODEC INFORMATON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87B5051-56EC-B8AC-D0D3-F73DE8A046B1}"/>
              </a:ext>
            </a:extLst>
          </p:cNvPr>
          <p:cNvSpPr txBox="1"/>
          <p:nvPr/>
        </p:nvSpPr>
        <p:spPr>
          <a:xfrm>
            <a:off x="5567546" y="8543117"/>
            <a:ext cx="2633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PLAYER CONTROLS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CONTEXT MENU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A8B7FC4-E7DB-5F05-86C1-4DDFA7869E93}"/>
              </a:ext>
            </a:extLst>
          </p:cNvPr>
          <p:cNvSpPr txBox="1"/>
          <p:nvPr/>
        </p:nvSpPr>
        <p:spPr>
          <a:xfrm>
            <a:off x="1809200" y="10348100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MUSIC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6B21EC5-80D7-4072-35EE-5F75A3532281}"/>
              </a:ext>
            </a:extLst>
          </p:cNvPr>
          <p:cNvSpPr txBox="1"/>
          <p:nvPr/>
        </p:nvSpPr>
        <p:spPr>
          <a:xfrm>
            <a:off x="3429096" y="10348100"/>
            <a:ext cx="93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MOVIES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A99D31C-C111-B2FD-E365-795AFB1FD7DD}"/>
              </a:ext>
            </a:extLst>
          </p:cNvPr>
          <p:cNvSpPr txBox="1"/>
          <p:nvPr/>
        </p:nvSpPr>
        <p:spPr>
          <a:xfrm>
            <a:off x="4932463" y="10348100"/>
            <a:ext cx="1190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TV SHOWS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832FE0D-F585-69F5-A420-381B5143D5E3}"/>
              </a:ext>
            </a:extLst>
          </p:cNvPr>
          <p:cNvSpPr txBox="1"/>
          <p:nvPr/>
        </p:nvSpPr>
        <p:spPr>
          <a:xfrm>
            <a:off x="6655193" y="10348100"/>
            <a:ext cx="1086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PICTURES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DEEB30C-0269-ABF4-9045-CEFC0FFA8AA9}"/>
              </a:ext>
            </a:extLst>
          </p:cNvPr>
          <p:cNvSpPr txBox="1"/>
          <p:nvPr/>
        </p:nvSpPr>
        <p:spPr>
          <a:xfrm>
            <a:off x="2001290" y="7115235"/>
            <a:ext cx="1028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NAVIGATE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LEFT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979E9A0-0D8A-ADAD-3B56-CF90CCD3A244}"/>
              </a:ext>
            </a:extLst>
          </p:cNvPr>
          <p:cNvSpPr txBox="1"/>
          <p:nvPr/>
        </p:nvSpPr>
        <p:spPr>
          <a:xfrm>
            <a:off x="4759120" y="7115235"/>
            <a:ext cx="1028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NAVIGATE</a:t>
            </a:r>
          </a:p>
          <a:p>
            <a:r>
              <a:rPr lang="de-DE" sz="1600" dirty="0">
                <a:solidFill>
                  <a:schemeClr val="bg1"/>
                </a:solidFill>
              </a:rPr>
              <a:t>RIGHT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00B1179-8BB9-1783-0A2B-781A471CB074}"/>
              </a:ext>
            </a:extLst>
          </p:cNvPr>
          <p:cNvSpPr txBox="1"/>
          <p:nvPr/>
        </p:nvSpPr>
        <p:spPr>
          <a:xfrm>
            <a:off x="3374905" y="5946971"/>
            <a:ext cx="1028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NAVIGATE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UP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F5695F4-C25E-CEBA-C8FE-DE8A18FE6D2C}"/>
              </a:ext>
            </a:extLst>
          </p:cNvPr>
          <p:cNvSpPr txBox="1"/>
          <p:nvPr/>
        </p:nvSpPr>
        <p:spPr>
          <a:xfrm>
            <a:off x="3374904" y="8289041"/>
            <a:ext cx="1028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NAVIGATE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DOWN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160CA67-9C21-CDB0-B176-19B17B088B8B}"/>
              </a:ext>
            </a:extLst>
          </p:cNvPr>
          <p:cNvSpPr txBox="1"/>
          <p:nvPr/>
        </p:nvSpPr>
        <p:spPr>
          <a:xfrm>
            <a:off x="4479865" y="7985711"/>
            <a:ext cx="774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SELECT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8DBC3E16-043F-C8A2-EF4A-F82C0D7A6478}"/>
              </a:ext>
            </a:extLst>
          </p:cNvPr>
          <p:cNvSpPr txBox="1"/>
          <p:nvPr/>
        </p:nvSpPr>
        <p:spPr>
          <a:xfrm>
            <a:off x="3186335" y="10968560"/>
            <a:ext cx="31836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TAP ACTION </a:t>
            </a:r>
            <a:r>
              <a:rPr lang="de-DE" sz="1600" dirty="0">
                <a:solidFill>
                  <a:schemeClr val="bg2"/>
                </a:solidFill>
              </a:rPr>
              <a:t>vs.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LONGPRESS ACTION</a:t>
            </a:r>
          </a:p>
        </p:txBody>
      </p:sp>
    </p:spTree>
    <p:extLst>
      <p:ext uri="{BB962C8B-B14F-4D97-AF65-F5344CB8AC3E}">
        <p14:creationId xmlns:p14="http://schemas.microsoft.com/office/powerpoint/2010/main" val="184406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2369A-31E0-7C7F-6D39-F7BD9D8B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3DF5007E-A87A-4E1C-9BC5-4B262176B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8ED3BA2-6EB2-B827-E032-40B6A6944268}"/>
              </a:ext>
            </a:extLst>
          </p:cNvPr>
          <p:cNvSpPr txBox="1"/>
          <p:nvPr/>
        </p:nvSpPr>
        <p:spPr>
          <a:xfrm>
            <a:off x="7956832" y="275169"/>
            <a:ext cx="1311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 err="1">
                <a:solidFill>
                  <a:schemeClr val="bg1"/>
                </a:solidFill>
              </a:rPr>
              <a:t>Spanish</a:t>
            </a:r>
            <a:endParaRPr lang="de-DE" sz="2800" dirty="0">
              <a:solidFill>
                <a:schemeClr val="bg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D081163-C9EB-8BA3-11A6-0D6549D130B7}"/>
              </a:ext>
            </a:extLst>
          </p:cNvPr>
          <p:cNvSpPr txBox="1"/>
          <p:nvPr/>
        </p:nvSpPr>
        <p:spPr>
          <a:xfrm>
            <a:off x="3687434" y="1483413"/>
            <a:ext cx="215937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AYUDA</a:t>
            </a:r>
          </a:p>
          <a:p>
            <a:pPr algn="ctr"/>
            <a:r>
              <a:rPr lang="de-DE" sz="2400" dirty="0">
                <a:solidFill>
                  <a:schemeClr val="bg1"/>
                </a:solidFill>
              </a:rPr>
              <a:t>Control Remoto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4C2D20E-99EA-9F31-CF24-57E7C3AC03D0}"/>
              </a:ext>
            </a:extLst>
          </p:cNvPr>
          <p:cNvSpPr txBox="1"/>
          <p:nvPr/>
        </p:nvSpPr>
        <p:spPr>
          <a:xfrm>
            <a:off x="1449055" y="3019844"/>
            <a:ext cx="153683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PARAR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REPRODUCTOR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66AA70A-71A2-E418-5EEF-2A6ADF46F04E}"/>
              </a:ext>
            </a:extLst>
          </p:cNvPr>
          <p:cNvSpPr txBox="1"/>
          <p:nvPr/>
        </p:nvSpPr>
        <p:spPr>
          <a:xfrm>
            <a:off x="2908777" y="3019844"/>
            <a:ext cx="1989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ELEGIR SUBTÍTULO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BUSCARSUBTÍTULOS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AE01355-8A18-1BA0-0573-A87AB1077E94}"/>
              </a:ext>
            </a:extLst>
          </p:cNvPr>
          <p:cNvSpPr txBox="1"/>
          <p:nvPr/>
        </p:nvSpPr>
        <p:spPr>
          <a:xfrm>
            <a:off x="4852053" y="3019844"/>
            <a:ext cx="137544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ELEGIR PISTA 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DE AUDIO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F065C4B-86B8-9A87-FD0F-BE225C5AD388}"/>
              </a:ext>
            </a:extLst>
          </p:cNvPr>
          <p:cNvSpPr txBox="1"/>
          <p:nvPr/>
        </p:nvSpPr>
        <p:spPr>
          <a:xfrm>
            <a:off x="6217292" y="3019844"/>
            <a:ext cx="1970924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CAMBIAR PANTALLA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CAMBIAR PANTALLA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 COMPLETA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58D10D9-F87A-D75D-B89C-543020406DBE}"/>
              </a:ext>
            </a:extLst>
          </p:cNvPr>
          <p:cNvSpPr txBox="1"/>
          <p:nvPr/>
        </p:nvSpPr>
        <p:spPr>
          <a:xfrm>
            <a:off x="1594973" y="4246942"/>
            <a:ext cx="109998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ANTERIOR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ANTERIOR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CAPÍTULO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A0BAF3C-D533-CB8C-DF8D-BCC7B39800E0}"/>
              </a:ext>
            </a:extLst>
          </p:cNvPr>
          <p:cNvSpPr txBox="1"/>
          <p:nvPr/>
        </p:nvSpPr>
        <p:spPr>
          <a:xfrm>
            <a:off x="2825338" y="4246938"/>
            <a:ext cx="123142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ATRÁS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REBOBINAR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D98F122-397E-61FF-8DC0-DBF309BD2AE5}"/>
              </a:ext>
            </a:extLst>
          </p:cNvPr>
          <p:cNvSpPr txBox="1"/>
          <p:nvPr/>
        </p:nvSpPr>
        <p:spPr>
          <a:xfrm>
            <a:off x="4184279" y="4246938"/>
            <a:ext cx="107196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PAUSA O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REANUDA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A2BF612-E1F1-9578-676C-4C5A6191043C}"/>
              </a:ext>
            </a:extLst>
          </p:cNvPr>
          <p:cNvSpPr txBox="1"/>
          <p:nvPr/>
        </p:nvSpPr>
        <p:spPr>
          <a:xfrm>
            <a:off x="5445313" y="4246942"/>
            <a:ext cx="1122423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ADELANTE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AVANCE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RÁPIDO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94D207C-134E-4480-C288-2C12E9FC53CE}"/>
              </a:ext>
            </a:extLst>
          </p:cNvPr>
          <p:cNvSpPr txBox="1"/>
          <p:nvPr/>
        </p:nvSpPr>
        <p:spPr>
          <a:xfrm>
            <a:off x="6705679" y="4246942"/>
            <a:ext cx="117852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SIGUIENTE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SIGUIENTE 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CAPÍTULO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7DADC5F-3296-2534-E5AF-B1C335897DA6}"/>
              </a:ext>
            </a:extLst>
          </p:cNvPr>
          <p:cNvSpPr txBox="1"/>
          <p:nvPr/>
        </p:nvSpPr>
        <p:spPr>
          <a:xfrm>
            <a:off x="1311883" y="5645206"/>
            <a:ext cx="9893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ACTIVA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VENTANA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INICIO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1B4088B-8F46-A93A-B7D3-BC061296DFA2}"/>
              </a:ext>
            </a:extLst>
          </p:cNvPr>
          <p:cNvSpPr txBox="1"/>
          <p:nvPr/>
        </p:nvSpPr>
        <p:spPr>
          <a:xfrm>
            <a:off x="1431742" y="8598676"/>
            <a:ext cx="8372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VOLVER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ATRÁS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0D2BB09-B82D-9B56-5425-FC58D8611A8C}"/>
              </a:ext>
            </a:extLst>
          </p:cNvPr>
          <p:cNvSpPr txBox="1"/>
          <p:nvPr/>
        </p:nvSpPr>
        <p:spPr>
          <a:xfrm>
            <a:off x="5605892" y="5645206"/>
            <a:ext cx="25934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MUESTRA EL DIÁLOGO DE</a:t>
            </a:r>
          </a:p>
          <a:p>
            <a:r>
              <a:rPr lang="de-DE" sz="1600" dirty="0">
                <a:solidFill>
                  <a:schemeClr val="bg1"/>
                </a:solidFill>
              </a:rPr>
              <a:t>INFORMATION</a:t>
            </a:r>
          </a:p>
          <a:p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MUESTRA EL DIÁLOGO DE</a:t>
            </a:r>
          </a:p>
          <a:p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INFORMÁCIÓN DE CODEC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4C54E25-4E64-6E80-644A-C73397C04535}"/>
              </a:ext>
            </a:extLst>
          </p:cNvPr>
          <p:cNvSpPr txBox="1"/>
          <p:nvPr/>
        </p:nvSpPr>
        <p:spPr>
          <a:xfrm>
            <a:off x="5605892" y="8352454"/>
            <a:ext cx="2593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CONTROLES </a:t>
            </a:r>
          </a:p>
          <a:p>
            <a:r>
              <a:rPr lang="de-DE" sz="1600" dirty="0">
                <a:solidFill>
                  <a:schemeClr val="bg1"/>
                </a:solidFill>
              </a:rPr>
              <a:t>REPRODUCTOR (OSD)</a:t>
            </a:r>
          </a:p>
          <a:p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MENÚ CONTEXTUAL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781A4C6-72CC-678A-EA39-DBC24CC5E692}"/>
              </a:ext>
            </a:extLst>
          </p:cNvPr>
          <p:cNvSpPr txBox="1"/>
          <p:nvPr/>
        </p:nvSpPr>
        <p:spPr>
          <a:xfrm>
            <a:off x="1747588" y="10346106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MÚSICA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8EA9FA4-3303-1826-A22E-8114931234CF}"/>
              </a:ext>
            </a:extLst>
          </p:cNvPr>
          <p:cNvSpPr txBox="1"/>
          <p:nvPr/>
        </p:nvSpPr>
        <p:spPr>
          <a:xfrm>
            <a:off x="3304919" y="10346106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PELÍCULAS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DBAC3E5-F954-B4A1-EB8D-9BBEDED8CEB5}"/>
              </a:ext>
            </a:extLst>
          </p:cNvPr>
          <p:cNvSpPr txBox="1"/>
          <p:nvPr/>
        </p:nvSpPr>
        <p:spPr>
          <a:xfrm>
            <a:off x="4835182" y="10346106"/>
            <a:ext cx="1405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SERIES DE TV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D0D5CF8-81F6-F495-FF95-35BAC83943D1}"/>
              </a:ext>
            </a:extLst>
          </p:cNvPr>
          <p:cNvSpPr txBox="1"/>
          <p:nvPr/>
        </p:nvSpPr>
        <p:spPr>
          <a:xfrm>
            <a:off x="6608700" y="10346106"/>
            <a:ext cx="119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IMÁGENES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A2B5B62-1EB3-8CA9-AA27-337EBC1D001C}"/>
              </a:ext>
            </a:extLst>
          </p:cNvPr>
          <p:cNvSpPr txBox="1"/>
          <p:nvPr/>
        </p:nvSpPr>
        <p:spPr>
          <a:xfrm>
            <a:off x="1901400" y="7108287"/>
            <a:ext cx="1105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NAVEGAR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IZQUIERDA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9B1E2612-2CA1-1611-EE77-1B999F047A3B}"/>
              </a:ext>
            </a:extLst>
          </p:cNvPr>
          <p:cNvSpPr txBox="1"/>
          <p:nvPr/>
        </p:nvSpPr>
        <p:spPr>
          <a:xfrm>
            <a:off x="4767121" y="7109437"/>
            <a:ext cx="10036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NAVEGAR</a:t>
            </a:r>
          </a:p>
          <a:p>
            <a:r>
              <a:rPr lang="de-DE" sz="1600" dirty="0">
                <a:solidFill>
                  <a:schemeClr val="bg1"/>
                </a:solidFill>
              </a:rPr>
              <a:t>DERECHA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09BEAFB-F8D3-CC1C-DE04-6666FA41AD9F}"/>
              </a:ext>
            </a:extLst>
          </p:cNvPr>
          <p:cNvSpPr txBox="1"/>
          <p:nvPr/>
        </p:nvSpPr>
        <p:spPr>
          <a:xfrm>
            <a:off x="3389607" y="5943353"/>
            <a:ext cx="10036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NAVEGAR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ARRIBA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E5EE40F-0F65-BFF7-1373-E51580AF33AC}"/>
              </a:ext>
            </a:extLst>
          </p:cNvPr>
          <p:cNvSpPr txBox="1"/>
          <p:nvPr/>
        </p:nvSpPr>
        <p:spPr>
          <a:xfrm>
            <a:off x="3389607" y="8289460"/>
            <a:ext cx="10036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NAVEGAR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ABAJO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12CF60A-73CB-3B0A-C58C-457FF189E725}"/>
              </a:ext>
            </a:extLst>
          </p:cNvPr>
          <p:cNvSpPr txBox="1"/>
          <p:nvPr/>
        </p:nvSpPr>
        <p:spPr>
          <a:xfrm>
            <a:off x="4334508" y="7988224"/>
            <a:ext cx="1045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SELECCIONAR</a:t>
            </a:r>
          </a:p>
          <a:p>
            <a:r>
              <a:rPr lang="de-DE" sz="1200" dirty="0">
                <a:solidFill>
                  <a:schemeClr val="bg1"/>
                </a:solidFill>
              </a:rPr>
              <a:t>ITEM ACTUAL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98CD34B-6BBD-ABB1-874E-7B90DF24E565}"/>
              </a:ext>
            </a:extLst>
          </p:cNvPr>
          <p:cNvSpPr txBox="1"/>
          <p:nvPr/>
        </p:nvSpPr>
        <p:spPr>
          <a:xfrm>
            <a:off x="3252924" y="10978046"/>
            <a:ext cx="3028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PULSO CORTO </a:t>
            </a:r>
            <a:r>
              <a:rPr lang="de-DE" sz="1600" dirty="0">
                <a:solidFill>
                  <a:schemeClr val="bg2"/>
                </a:solidFill>
              </a:rPr>
              <a:t>vs.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PRESIÓN LARGA</a:t>
            </a:r>
          </a:p>
        </p:txBody>
      </p:sp>
    </p:spTree>
    <p:extLst>
      <p:ext uri="{BB962C8B-B14F-4D97-AF65-F5344CB8AC3E}">
        <p14:creationId xmlns:p14="http://schemas.microsoft.com/office/powerpoint/2010/main" val="164712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FAED7-EEAC-02B2-C4B4-F0F8BFD40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3D614473-F586-C684-EB2B-F34DCB39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598E510-B59A-2809-EC06-94B56284D29F}"/>
              </a:ext>
            </a:extLst>
          </p:cNvPr>
          <p:cNvSpPr txBox="1"/>
          <p:nvPr/>
        </p:nvSpPr>
        <p:spPr>
          <a:xfrm>
            <a:off x="5818808" y="348553"/>
            <a:ext cx="2285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chemeClr val="bg1"/>
                </a:solidFill>
              </a:rPr>
              <a:t>Ł Ą Ś Ż Ź Ę Ć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069023D-7855-C5A3-9686-BD97D1E2A400}"/>
              </a:ext>
            </a:extLst>
          </p:cNvPr>
          <p:cNvSpPr txBox="1"/>
          <p:nvPr/>
        </p:nvSpPr>
        <p:spPr>
          <a:xfrm>
            <a:off x="8220287" y="345286"/>
            <a:ext cx="1046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 err="1">
                <a:solidFill>
                  <a:schemeClr val="bg1"/>
                </a:solidFill>
              </a:rPr>
              <a:t>Polish</a:t>
            </a:r>
            <a:endParaRPr lang="de-DE" sz="2800" dirty="0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AC4D07B-1297-8A8D-DFE8-7877F85D715C}"/>
              </a:ext>
            </a:extLst>
          </p:cNvPr>
          <p:cNvSpPr txBox="1"/>
          <p:nvPr/>
        </p:nvSpPr>
        <p:spPr>
          <a:xfrm>
            <a:off x="3249309" y="1486481"/>
            <a:ext cx="3102581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SZYBKA POMOC</a:t>
            </a:r>
          </a:p>
          <a:p>
            <a:pPr algn="ctr"/>
            <a:r>
              <a:rPr lang="de-DE" sz="2400" dirty="0">
                <a:solidFill>
                  <a:schemeClr val="bg1"/>
                </a:solidFill>
              </a:rPr>
              <a:t>Zdalne Sterowanie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C3E79FD-B39C-43B0-FD2F-2BCBAD0EEE2F}"/>
              </a:ext>
            </a:extLst>
          </p:cNvPr>
          <p:cNvSpPr txBox="1"/>
          <p:nvPr/>
        </p:nvSpPr>
        <p:spPr>
          <a:xfrm>
            <a:off x="1461846" y="3026387"/>
            <a:ext cx="152573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ZATRZYMAJ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ODTWARZANIE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E377973-12BE-F90C-ED09-E85E5D176DCA}"/>
              </a:ext>
            </a:extLst>
          </p:cNvPr>
          <p:cNvSpPr txBox="1"/>
          <p:nvPr/>
        </p:nvSpPr>
        <p:spPr>
          <a:xfrm>
            <a:off x="2920548" y="3026387"/>
            <a:ext cx="197278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WYBIERZ PODTYTUŁ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SZUKAJ PODTYTUŁ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4CEFB94-FF17-4C18-8DF4-8C5253B592E1}"/>
              </a:ext>
            </a:extLst>
          </p:cNvPr>
          <p:cNvSpPr txBox="1"/>
          <p:nvPr/>
        </p:nvSpPr>
        <p:spPr>
          <a:xfrm>
            <a:off x="4797714" y="3026387"/>
            <a:ext cx="152830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WYBIERZ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ŚCIEŻKĘ AUDIO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327AE32-4054-6C4F-B1EF-FE6D043BAD06}"/>
              </a:ext>
            </a:extLst>
          </p:cNvPr>
          <p:cNvSpPr txBox="1"/>
          <p:nvPr/>
        </p:nvSpPr>
        <p:spPr>
          <a:xfrm>
            <a:off x="6303143" y="3026387"/>
            <a:ext cx="1828578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PRZEŁĄCZ EKRAN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PRZEŁĄCZ TRYB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PEŁNOEKRANOWY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185E697-36DE-CD36-3C61-E4F1B29FC502}"/>
              </a:ext>
            </a:extLst>
          </p:cNvPr>
          <p:cNvSpPr txBox="1"/>
          <p:nvPr/>
        </p:nvSpPr>
        <p:spPr>
          <a:xfrm>
            <a:off x="1603700" y="4234241"/>
            <a:ext cx="108876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500" dirty="0">
                <a:solidFill>
                  <a:schemeClr val="bg1"/>
                </a:solidFill>
              </a:rPr>
              <a:t>POPRZEDNI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POPRZEDNI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ROZDZIAŁ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B51E6C9-BF50-F13D-FD7A-42796171245F}"/>
              </a:ext>
            </a:extLst>
          </p:cNvPr>
          <p:cNvSpPr txBox="1"/>
          <p:nvPr/>
        </p:nvSpPr>
        <p:spPr>
          <a:xfrm>
            <a:off x="2768974" y="4234243"/>
            <a:ext cx="13540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500" dirty="0">
                <a:solidFill>
                  <a:schemeClr val="bg1"/>
                </a:solidFill>
              </a:rPr>
              <a:t>STUKNIĘCIE</a:t>
            </a:r>
          </a:p>
          <a:p>
            <a:pPr algn="ctr"/>
            <a:r>
              <a:rPr lang="de-DE" sz="1500" dirty="0">
                <a:solidFill>
                  <a:schemeClr val="bg1"/>
                </a:solidFill>
              </a:rPr>
              <a:t>LEKKO WSTECZ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PRZEWIJANIE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DO TYŁU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4D54267-49C8-7F61-A191-49A1BF876937}"/>
              </a:ext>
            </a:extLst>
          </p:cNvPr>
          <p:cNvSpPr txBox="1"/>
          <p:nvPr/>
        </p:nvSpPr>
        <p:spPr>
          <a:xfrm>
            <a:off x="3969024" y="4234237"/>
            <a:ext cx="15413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500" dirty="0">
                <a:solidFill>
                  <a:schemeClr val="bg1"/>
                </a:solidFill>
              </a:rPr>
              <a:t>PAUZA / WZNÓW</a:t>
            </a:r>
          </a:p>
          <a:p>
            <a:pPr algn="ctr"/>
            <a:r>
              <a:rPr lang="de-DE" sz="1500" dirty="0">
                <a:solidFill>
                  <a:schemeClr val="bg1"/>
                </a:solidFill>
              </a:rPr>
              <a:t>ODTWARZANIE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8764106-BFA8-F612-F879-A583D4E4FB6E}"/>
              </a:ext>
            </a:extLst>
          </p:cNvPr>
          <p:cNvSpPr txBox="1"/>
          <p:nvPr/>
        </p:nvSpPr>
        <p:spPr>
          <a:xfrm>
            <a:off x="5274553" y="4234243"/>
            <a:ext cx="14893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500" dirty="0">
                <a:solidFill>
                  <a:schemeClr val="bg1"/>
                </a:solidFill>
              </a:rPr>
              <a:t>STUKNIĘCIE</a:t>
            </a:r>
          </a:p>
          <a:p>
            <a:pPr algn="ctr"/>
            <a:r>
              <a:rPr lang="de-DE" sz="1500" dirty="0">
                <a:solidFill>
                  <a:schemeClr val="bg1"/>
                </a:solidFill>
              </a:rPr>
              <a:t>LEKKO NAPRZÓD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SZYBKO DO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PRZODU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F71BF3B-58C4-ECFE-86DB-3F1920542E87}"/>
              </a:ext>
            </a:extLst>
          </p:cNvPr>
          <p:cNvSpPr txBox="1"/>
          <p:nvPr/>
        </p:nvSpPr>
        <p:spPr>
          <a:xfrm>
            <a:off x="6805001" y="4234241"/>
            <a:ext cx="100886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500" dirty="0">
                <a:solidFill>
                  <a:schemeClr val="bg1"/>
                </a:solidFill>
              </a:rPr>
              <a:t>NASTĘPNY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NASTĘPNY</a:t>
            </a:r>
          </a:p>
          <a:p>
            <a:pPr algn="ctr"/>
            <a:r>
              <a:rPr lang="de-DE" sz="1500" dirty="0">
                <a:solidFill>
                  <a:schemeClr val="bg1">
                    <a:lumMod val="75000"/>
                  </a:schemeClr>
                </a:solidFill>
              </a:rPr>
              <a:t>ROZDZIAŁ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D91DA68-90EA-600C-36ED-7F00991F05AD}"/>
              </a:ext>
            </a:extLst>
          </p:cNvPr>
          <p:cNvSpPr txBox="1"/>
          <p:nvPr/>
        </p:nvSpPr>
        <p:spPr>
          <a:xfrm>
            <a:off x="1372182" y="5645854"/>
            <a:ext cx="932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400" dirty="0">
                <a:solidFill>
                  <a:schemeClr val="bg1"/>
                </a:solidFill>
              </a:rPr>
              <a:t>EKRAN</a:t>
            </a:r>
          </a:p>
          <a:p>
            <a:pPr algn="r"/>
            <a:r>
              <a:rPr lang="de-DE" sz="1400" dirty="0">
                <a:solidFill>
                  <a:schemeClr val="bg1"/>
                </a:solidFill>
              </a:rPr>
              <a:t>DOMOWY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059C832-6ADC-3EA6-36DB-803727DD9399}"/>
              </a:ext>
            </a:extLst>
          </p:cNvPr>
          <p:cNvSpPr txBox="1"/>
          <p:nvPr/>
        </p:nvSpPr>
        <p:spPr>
          <a:xfrm>
            <a:off x="1873602" y="8844585"/>
            <a:ext cx="431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SIĘ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CC05604-80DB-7D8A-A6D2-DBE56C1F571B}"/>
              </a:ext>
            </a:extLst>
          </p:cNvPr>
          <p:cNvSpPr txBox="1"/>
          <p:nvPr/>
        </p:nvSpPr>
        <p:spPr>
          <a:xfrm>
            <a:off x="5559926" y="5645854"/>
            <a:ext cx="2588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OKNO Z INFORMACJAMI</a:t>
            </a:r>
          </a:p>
          <a:p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INFORMACJĘ O KODEKU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4ACBCDF-EEB2-8026-8C73-895566E46D06}"/>
              </a:ext>
            </a:extLst>
          </p:cNvPr>
          <p:cNvSpPr txBox="1"/>
          <p:nvPr/>
        </p:nvSpPr>
        <p:spPr>
          <a:xfrm>
            <a:off x="5559926" y="8352142"/>
            <a:ext cx="2588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STEROWANIE ODTWARZACZEM (OSD)</a:t>
            </a:r>
          </a:p>
          <a:p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MENU KONTEKSTOWE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C4986F6-F0B0-52B5-9BCC-FC7CDF118970}"/>
              </a:ext>
            </a:extLst>
          </p:cNvPr>
          <p:cNvSpPr txBox="1"/>
          <p:nvPr/>
        </p:nvSpPr>
        <p:spPr>
          <a:xfrm>
            <a:off x="1723672" y="10332915"/>
            <a:ext cx="1001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MUZYKA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0059FAF-66E5-C80D-716F-FC15912FCF14}"/>
              </a:ext>
            </a:extLst>
          </p:cNvPr>
          <p:cNvSpPr txBox="1"/>
          <p:nvPr/>
        </p:nvSpPr>
        <p:spPr>
          <a:xfrm>
            <a:off x="3513073" y="10332915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FILMY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A3390DC-6425-A7FD-007D-2812974A51F2}"/>
              </a:ext>
            </a:extLst>
          </p:cNvPr>
          <p:cNvSpPr txBox="1"/>
          <p:nvPr/>
        </p:nvSpPr>
        <p:spPr>
          <a:xfrm>
            <a:off x="4744256" y="10332915"/>
            <a:ext cx="1588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PROGRAMY TV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61D03BA-75BB-A242-129B-8F38BD3FF9CB}"/>
              </a:ext>
            </a:extLst>
          </p:cNvPr>
          <p:cNvSpPr txBox="1"/>
          <p:nvPr/>
        </p:nvSpPr>
        <p:spPr>
          <a:xfrm>
            <a:off x="6744126" y="10332915"/>
            <a:ext cx="929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ZDJĘCIA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84076F0-F169-272C-0C68-448F3663310A}"/>
              </a:ext>
            </a:extLst>
          </p:cNvPr>
          <p:cNvSpPr txBox="1"/>
          <p:nvPr/>
        </p:nvSpPr>
        <p:spPr>
          <a:xfrm>
            <a:off x="2036119" y="7109534"/>
            <a:ext cx="985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NAWIGUJ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W LEWO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E4E8455-C5F3-5D8D-E573-BE189CE13D03}"/>
              </a:ext>
            </a:extLst>
          </p:cNvPr>
          <p:cNvSpPr txBox="1"/>
          <p:nvPr/>
        </p:nvSpPr>
        <p:spPr>
          <a:xfrm>
            <a:off x="4772313" y="7109534"/>
            <a:ext cx="1059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NAWIGUI</a:t>
            </a:r>
          </a:p>
          <a:p>
            <a:r>
              <a:rPr lang="de-DE" sz="1600" dirty="0">
                <a:solidFill>
                  <a:schemeClr val="bg1"/>
                </a:solidFill>
              </a:rPr>
              <a:t>W PRAWO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A0B8FBA-5AB6-4F27-C8C7-FF5897B18218}"/>
              </a:ext>
            </a:extLst>
          </p:cNvPr>
          <p:cNvSpPr txBox="1"/>
          <p:nvPr/>
        </p:nvSpPr>
        <p:spPr>
          <a:xfrm>
            <a:off x="3405805" y="5938241"/>
            <a:ext cx="985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NAWIGUJ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W GÓRĘ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07CD1D1-AE05-1439-3A31-7C6C75A21F2B}"/>
              </a:ext>
            </a:extLst>
          </p:cNvPr>
          <p:cNvSpPr txBox="1"/>
          <p:nvPr/>
        </p:nvSpPr>
        <p:spPr>
          <a:xfrm>
            <a:off x="3405805" y="8285431"/>
            <a:ext cx="985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NAWIGUJ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W DÓŁ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1062C36-ED5C-5A39-08C8-73EE2AC8EFB7}"/>
              </a:ext>
            </a:extLst>
          </p:cNvPr>
          <p:cNvSpPr txBox="1"/>
          <p:nvPr/>
        </p:nvSpPr>
        <p:spPr>
          <a:xfrm>
            <a:off x="4472105" y="7923614"/>
            <a:ext cx="9396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WYBIERZ</a:t>
            </a:r>
          </a:p>
          <a:p>
            <a:r>
              <a:rPr lang="de-DE" sz="1600" dirty="0">
                <a:solidFill>
                  <a:schemeClr val="bg1"/>
                </a:solidFill>
              </a:rPr>
              <a:t>BIEŻACY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4706E05-A4B2-5310-B209-23B822274191}"/>
              </a:ext>
            </a:extLst>
          </p:cNvPr>
          <p:cNvSpPr txBox="1"/>
          <p:nvPr/>
        </p:nvSpPr>
        <p:spPr>
          <a:xfrm>
            <a:off x="3547627" y="10977718"/>
            <a:ext cx="23841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STUKNIL </a:t>
            </a:r>
            <a:r>
              <a:rPr lang="de-DE" sz="1600" dirty="0">
                <a:solidFill>
                  <a:schemeClr val="bg2"/>
                </a:solidFill>
              </a:rPr>
              <a:t>vs.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PRZYTRZYMAJ</a:t>
            </a:r>
          </a:p>
        </p:txBody>
      </p:sp>
    </p:spTree>
    <p:extLst>
      <p:ext uri="{BB962C8B-B14F-4D97-AF65-F5344CB8AC3E}">
        <p14:creationId xmlns:p14="http://schemas.microsoft.com/office/powerpoint/2010/main" val="362788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647C3-396A-5961-9626-02A10BF0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0E4272FC-31DF-D1C0-623F-6D5145C76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AB111DC-E1F7-7C6B-D05F-5F5605C3B795}"/>
              </a:ext>
            </a:extLst>
          </p:cNvPr>
          <p:cNvSpPr txBox="1"/>
          <p:nvPr/>
        </p:nvSpPr>
        <p:spPr>
          <a:xfrm>
            <a:off x="6342495" y="227825"/>
            <a:ext cx="984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>
                <a:solidFill>
                  <a:schemeClr val="bg1"/>
                </a:solidFill>
              </a:rPr>
              <a:t>Ç Ã Õ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6556B6C-8C4E-3AA1-5ADA-A5E3824EEEBA}"/>
              </a:ext>
            </a:extLst>
          </p:cNvPr>
          <p:cNvSpPr txBox="1"/>
          <p:nvPr/>
        </p:nvSpPr>
        <p:spPr>
          <a:xfrm>
            <a:off x="7795404" y="227825"/>
            <a:ext cx="1649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 err="1">
                <a:solidFill>
                  <a:schemeClr val="bg1"/>
                </a:solidFill>
              </a:rPr>
              <a:t>Portugese</a:t>
            </a:r>
            <a:endParaRPr lang="de-DE" sz="2800" dirty="0">
              <a:solidFill>
                <a:schemeClr val="bg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ACC4CA6-3572-C858-F692-7AF22F1A1D92}"/>
              </a:ext>
            </a:extLst>
          </p:cNvPr>
          <p:cNvSpPr txBox="1"/>
          <p:nvPr/>
        </p:nvSpPr>
        <p:spPr>
          <a:xfrm>
            <a:off x="3356254" y="1481317"/>
            <a:ext cx="278255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AJUDA</a:t>
            </a:r>
          </a:p>
          <a:p>
            <a:pPr algn="ctr"/>
            <a:r>
              <a:rPr lang="de-DE" sz="2400" dirty="0">
                <a:solidFill>
                  <a:schemeClr val="bg1"/>
                </a:solidFill>
              </a:rPr>
              <a:t>CONTROLO REMOTO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D84D8B6-D530-DF13-1E56-B3259CD4EF88}"/>
              </a:ext>
            </a:extLst>
          </p:cNvPr>
          <p:cNvSpPr txBox="1"/>
          <p:nvPr/>
        </p:nvSpPr>
        <p:spPr>
          <a:xfrm>
            <a:off x="1547453" y="3017092"/>
            <a:ext cx="13697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PÁRA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REPRODUÇÃO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750DA7D-8B03-DD8B-DD62-5482EFCBC2EC}"/>
              </a:ext>
            </a:extLst>
          </p:cNvPr>
          <p:cNvSpPr txBox="1"/>
          <p:nvPr/>
        </p:nvSpPr>
        <p:spPr>
          <a:xfrm>
            <a:off x="2863409" y="3017092"/>
            <a:ext cx="20635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SELECIONAR LEGENDA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PESQUISAR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LEGENDAS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FF563E7-AD04-BBDB-21E9-CFB6CBC8FD48}"/>
              </a:ext>
            </a:extLst>
          </p:cNvPr>
          <p:cNvSpPr txBox="1"/>
          <p:nvPr/>
        </p:nvSpPr>
        <p:spPr>
          <a:xfrm>
            <a:off x="4774219" y="3017092"/>
            <a:ext cx="1543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SELECIONAR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FAIXA DE ÁUDIO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6ECDFA0-1A04-9982-43DE-AB81859AD77C}"/>
              </a:ext>
            </a:extLst>
          </p:cNvPr>
          <p:cNvSpPr txBox="1"/>
          <p:nvPr/>
        </p:nvSpPr>
        <p:spPr>
          <a:xfrm>
            <a:off x="6203512" y="3017092"/>
            <a:ext cx="19944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ALTERNAR TELA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ALTERNAR PARA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O MODO TELA CHEIA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55D56DD-B1F8-F867-4AA9-3759868F8F1D}"/>
              </a:ext>
            </a:extLst>
          </p:cNvPr>
          <p:cNvSpPr txBox="1"/>
          <p:nvPr/>
        </p:nvSpPr>
        <p:spPr>
          <a:xfrm>
            <a:off x="1624803" y="4244499"/>
            <a:ext cx="10486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ANTERIOR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ANTERIOR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CAPÍTULO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ED7FACA-594F-AC0B-321A-E6BB5F16CCFA}"/>
              </a:ext>
            </a:extLst>
          </p:cNvPr>
          <p:cNvSpPr txBox="1"/>
          <p:nvPr/>
        </p:nvSpPr>
        <p:spPr>
          <a:xfrm>
            <a:off x="2786302" y="4244499"/>
            <a:ext cx="12935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RECUA UM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POUCO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RETROCEDER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C356D9A-A780-4C6D-DC08-56ECE82F2D45}"/>
              </a:ext>
            </a:extLst>
          </p:cNvPr>
          <p:cNvSpPr txBox="1"/>
          <p:nvPr/>
        </p:nvSpPr>
        <p:spPr>
          <a:xfrm>
            <a:off x="4027908" y="4244499"/>
            <a:ext cx="1369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PAUSA OU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CONTINUA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REPRODUÇÃO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7DA6DCD-B0C7-200F-EDAA-82A28B62BC5C}"/>
              </a:ext>
            </a:extLst>
          </p:cNvPr>
          <p:cNvSpPr txBox="1"/>
          <p:nvPr/>
        </p:nvSpPr>
        <p:spPr>
          <a:xfrm>
            <a:off x="5386288" y="4244501"/>
            <a:ext cx="123373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AVANCA UM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POUCO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AVANÇO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RÁPIDO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8176E7F-64C5-69B8-E8CE-1F3568365A74}"/>
              </a:ext>
            </a:extLst>
          </p:cNvPr>
          <p:cNvSpPr txBox="1"/>
          <p:nvPr/>
        </p:nvSpPr>
        <p:spPr>
          <a:xfrm>
            <a:off x="6769832" y="4244499"/>
            <a:ext cx="10238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SEGUINTE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SEGUINTE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CAPÍTULO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FE0F5F9-64E8-24F1-FB8F-5006EEABB065}"/>
              </a:ext>
            </a:extLst>
          </p:cNvPr>
          <p:cNvSpPr txBox="1"/>
          <p:nvPr/>
        </p:nvSpPr>
        <p:spPr>
          <a:xfrm>
            <a:off x="1385518" y="5652072"/>
            <a:ext cx="8796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ACTIVA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JANELA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INÍCIO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2E14247-0BB8-CA96-F7AF-B101DCC26D91}"/>
              </a:ext>
            </a:extLst>
          </p:cNvPr>
          <p:cNvSpPr txBox="1"/>
          <p:nvPr/>
        </p:nvSpPr>
        <p:spPr>
          <a:xfrm>
            <a:off x="1491637" y="8277559"/>
            <a:ext cx="7734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VOLTA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PARA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TRÁS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8B90726-9D2B-C02B-FA0E-61EB095D2939}"/>
              </a:ext>
            </a:extLst>
          </p:cNvPr>
          <p:cNvSpPr txBox="1"/>
          <p:nvPr/>
        </p:nvSpPr>
        <p:spPr>
          <a:xfrm>
            <a:off x="5594381" y="5652072"/>
            <a:ext cx="2604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INFORMAÇÕES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INFORMAÇÕES DE CODEC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8B05DC7-0C66-48C6-A12B-E905835E5C2A}"/>
              </a:ext>
            </a:extLst>
          </p:cNvPr>
          <p:cNvSpPr txBox="1"/>
          <p:nvPr/>
        </p:nvSpPr>
        <p:spPr>
          <a:xfrm>
            <a:off x="5594381" y="8543925"/>
            <a:ext cx="2604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VISOR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MENU DE CONTEXTO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A3B59F0-55AE-8523-60D1-5F69661A5D04}"/>
              </a:ext>
            </a:extLst>
          </p:cNvPr>
          <p:cNvSpPr txBox="1"/>
          <p:nvPr/>
        </p:nvSpPr>
        <p:spPr>
          <a:xfrm>
            <a:off x="1762841" y="10340537"/>
            <a:ext cx="949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MÚSICA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8A06E12-58C2-13D1-0A69-3C72032C05AE}"/>
              </a:ext>
            </a:extLst>
          </p:cNvPr>
          <p:cNvSpPr txBox="1"/>
          <p:nvPr/>
        </p:nvSpPr>
        <p:spPr>
          <a:xfrm>
            <a:off x="3465722" y="10340537"/>
            <a:ext cx="858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FILMES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0D83AA7-1386-39EE-3842-5F295C7A1DF7}"/>
              </a:ext>
            </a:extLst>
          </p:cNvPr>
          <p:cNvSpPr txBox="1"/>
          <p:nvPr/>
        </p:nvSpPr>
        <p:spPr>
          <a:xfrm>
            <a:off x="4833009" y="10340537"/>
            <a:ext cx="1405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SÉRIES DE TV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35BBAAB-630F-EE7C-583C-C57F1DE00209}"/>
              </a:ext>
            </a:extLst>
          </p:cNvPr>
          <p:cNvSpPr txBox="1"/>
          <p:nvPr/>
        </p:nvSpPr>
        <p:spPr>
          <a:xfrm>
            <a:off x="6658799" y="10340537"/>
            <a:ext cx="1083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IMAGENS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A1787E68-B6E8-824E-2A4F-7C34019A5E6A}"/>
              </a:ext>
            </a:extLst>
          </p:cNvPr>
          <p:cNvSpPr txBox="1"/>
          <p:nvPr/>
        </p:nvSpPr>
        <p:spPr>
          <a:xfrm>
            <a:off x="1643343" y="7112195"/>
            <a:ext cx="13780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NAVEGA PARA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ESQUERDA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C3990B6-AA90-783F-96DE-BA74CB5A683B}"/>
              </a:ext>
            </a:extLst>
          </p:cNvPr>
          <p:cNvSpPr txBox="1"/>
          <p:nvPr/>
        </p:nvSpPr>
        <p:spPr>
          <a:xfrm>
            <a:off x="4773533" y="7104531"/>
            <a:ext cx="13780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NAVEGA PARA</a:t>
            </a:r>
          </a:p>
          <a:p>
            <a:r>
              <a:rPr lang="de-DE" sz="1600" dirty="0">
                <a:solidFill>
                  <a:schemeClr val="bg1"/>
                </a:solidFill>
              </a:rPr>
              <a:t>DIREITA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6CBC4CD-7092-4004-C929-221404C07B8F}"/>
              </a:ext>
            </a:extLst>
          </p:cNvPr>
          <p:cNvSpPr txBox="1"/>
          <p:nvPr/>
        </p:nvSpPr>
        <p:spPr>
          <a:xfrm>
            <a:off x="3207736" y="5927846"/>
            <a:ext cx="13780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NAVEGA PARA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CIMA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3F04855-A66E-FC14-A113-3A98668EDFF8}"/>
              </a:ext>
            </a:extLst>
          </p:cNvPr>
          <p:cNvSpPr txBox="1"/>
          <p:nvPr/>
        </p:nvSpPr>
        <p:spPr>
          <a:xfrm>
            <a:off x="3207736" y="8313429"/>
            <a:ext cx="13780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NAVEGA PARA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BAIXO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48F3187-A602-7048-F2E8-BA601345993A}"/>
              </a:ext>
            </a:extLst>
          </p:cNvPr>
          <p:cNvSpPr txBox="1"/>
          <p:nvPr/>
        </p:nvSpPr>
        <p:spPr>
          <a:xfrm>
            <a:off x="4494735" y="7817958"/>
            <a:ext cx="109145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</a:rPr>
              <a:t>SELECCIONA</a:t>
            </a:r>
          </a:p>
          <a:p>
            <a:r>
              <a:rPr lang="de-DE" sz="1400" dirty="0">
                <a:solidFill>
                  <a:schemeClr val="bg1"/>
                </a:solidFill>
              </a:rPr>
              <a:t>O ITEM</a:t>
            </a:r>
          </a:p>
          <a:p>
            <a:r>
              <a:rPr lang="de-DE" sz="1400" dirty="0">
                <a:solidFill>
                  <a:schemeClr val="bg1"/>
                </a:solidFill>
              </a:rPr>
              <a:t>ACTUAL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C5A8DE12-5409-9D66-C8DE-B881EF62855F}"/>
              </a:ext>
            </a:extLst>
          </p:cNvPr>
          <p:cNvSpPr txBox="1"/>
          <p:nvPr/>
        </p:nvSpPr>
        <p:spPr>
          <a:xfrm>
            <a:off x="3791289" y="10972668"/>
            <a:ext cx="18682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TOCAR </a:t>
            </a:r>
            <a:r>
              <a:rPr lang="de-DE" sz="1600" dirty="0">
                <a:solidFill>
                  <a:schemeClr val="bg2"/>
                </a:solidFill>
              </a:rPr>
              <a:t>vs.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SEGURAR</a:t>
            </a:r>
          </a:p>
        </p:txBody>
      </p:sp>
    </p:spTree>
    <p:extLst>
      <p:ext uri="{BB962C8B-B14F-4D97-AF65-F5344CB8AC3E}">
        <p14:creationId xmlns:p14="http://schemas.microsoft.com/office/powerpoint/2010/main" val="1589895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DD88A6-AF28-6424-7D9A-41C1D9CC2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B7B9DEEF-4916-666D-D7D1-96BC0A6D6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39DA63CD-9E17-8EC4-CF3B-6B33516ADB09}"/>
              </a:ext>
            </a:extLst>
          </p:cNvPr>
          <p:cNvSpPr txBox="1"/>
          <p:nvPr/>
        </p:nvSpPr>
        <p:spPr>
          <a:xfrm>
            <a:off x="6307582" y="279019"/>
            <a:ext cx="2959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>
                <a:solidFill>
                  <a:schemeClr val="bg1"/>
                </a:solidFill>
              </a:rPr>
              <a:t>Simplified CHINESE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EB8D67A-50DC-CC99-D8D9-BC5C976DC88D}"/>
              </a:ext>
            </a:extLst>
          </p:cNvPr>
          <p:cNvSpPr txBox="1"/>
          <p:nvPr/>
        </p:nvSpPr>
        <p:spPr>
          <a:xfrm>
            <a:off x="4238111" y="1485651"/>
            <a:ext cx="105670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de-DE" sz="3400" b="1">
                <a:solidFill>
                  <a:schemeClr val="bg1"/>
                </a:solidFill>
              </a:rPr>
              <a:t>概述</a:t>
            </a:r>
          </a:p>
          <a:p>
            <a:pPr algn="ctr"/>
            <a:r>
              <a:rPr lang="ja-JP" altLang="de-DE" sz="2400" b="1">
                <a:solidFill>
                  <a:schemeClr val="bg1"/>
                </a:solidFill>
              </a:rPr>
              <a:t>遥控</a:t>
            </a:r>
            <a:endParaRPr lang="de-DE" sz="2400" dirty="0">
              <a:solidFill>
                <a:schemeClr val="bg1"/>
              </a:solidFill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4E2AB80-CEFB-6734-6402-A376CA5F59F8}"/>
              </a:ext>
            </a:extLst>
          </p:cNvPr>
          <p:cNvSpPr txBox="1"/>
          <p:nvPr/>
        </p:nvSpPr>
        <p:spPr>
          <a:xfrm>
            <a:off x="1878307" y="3018701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de-DE" sz="2000">
                <a:solidFill>
                  <a:schemeClr val="bg1"/>
                </a:solidFill>
              </a:rPr>
              <a:t>停止</a:t>
            </a:r>
          </a:p>
          <a:p>
            <a:pPr algn="ctr"/>
            <a:r>
              <a:rPr lang="ja-JP" altLang="de-DE" sz="2000">
                <a:solidFill>
                  <a:schemeClr val="bg1"/>
                </a:solidFill>
              </a:rPr>
              <a:t>回放</a:t>
            </a: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C6EBEB7-1623-0A91-7B55-DFFBDA02D65E}"/>
              </a:ext>
            </a:extLst>
          </p:cNvPr>
          <p:cNvSpPr txBox="1"/>
          <p:nvPr/>
        </p:nvSpPr>
        <p:spPr>
          <a:xfrm>
            <a:off x="3269078" y="301870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de-DE" sz="2000">
                <a:solidFill>
                  <a:schemeClr val="bg1"/>
                </a:solidFill>
              </a:rPr>
              <a:t>选择字幕</a:t>
            </a:r>
          </a:p>
          <a:p>
            <a:pPr algn="ctr"/>
            <a:r>
              <a:rPr lang="ja-JP" altLang="de-DE" sz="2000">
                <a:solidFill>
                  <a:schemeClr val="bg1">
                    <a:lumMod val="75000"/>
                  </a:schemeClr>
                </a:solidFill>
              </a:rPr>
              <a:t>搜索字幕</a:t>
            </a:r>
            <a:endParaRPr lang="de-DE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60C46D5-C415-589C-4219-B7F027EBB7E1}"/>
              </a:ext>
            </a:extLst>
          </p:cNvPr>
          <p:cNvSpPr txBox="1"/>
          <p:nvPr/>
        </p:nvSpPr>
        <p:spPr>
          <a:xfrm>
            <a:off x="4814322" y="3018701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de-DE" sz="2000">
                <a:solidFill>
                  <a:schemeClr val="bg1"/>
                </a:solidFill>
              </a:rPr>
              <a:t>选择音频流</a:t>
            </a: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8739A2D-1BE1-3EC0-6CEA-4B3F528FAE49}"/>
              </a:ext>
            </a:extLst>
          </p:cNvPr>
          <p:cNvSpPr txBox="1"/>
          <p:nvPr/>
        </p:nvSpPr>
        <p:spPr>
          <a:xfrm>
            <a:off x="6604765" y="301870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de-DE" sz="2000">
                <a:solidFill>
                  <a:schemeClr val="bg1"/>
                </a:solidFill>
              </a:rPr>
              <a:t>切换屏幕</a:t>
            </a:r>
          </a:p>
          <a:p>
            <a:pPr algn="ctr"/>
            <a:r>
              <a:rPr lang="ja-JP" altLang="de-DE" sz="2000">
                <a:solidFill>
                  <a:schemeClr val="bg1">
                    <a:lumMod val="75000"/>
                  </a:schemeClr>
                </a:solidFill>
              </a:rPr>
              <a:t>切换全屏</a:t>
            </a:r>
            <a:endParaRPr lang="de-DE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52E1D306-73AB-AB84-EAF8-E596D0E1EE16}"/>
              </a:ext>
            </a:extLst>
          </p:cNvPr>
          <p:cNvSpPr txBox="1"/>
          <p:nvPr/>
        </p:nvSpPr>
        <p:spPr>
          <a:xfrm>
            <a:off x="1677582" y="4245227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de-DE" sz="2000">
                <a:solidFill>
                  <a:schemeClr val="bg1"/>
                </a:solidFill>
              </a:rPr>
              <a:t>上</a:t>
            </a:r>
          </a:p>
          <a:p>
            <a:pPr algn="ctr"/>
            <a:r>
              <a:rPr lang="ja-JP" altLang="de-DE" sz="2000">
                <a:solidFill>
                  <a:schemeClr val="bg1">
                    <a:lumMod val="75000"/>
                  </a:schemeClr>
                </a:solidFill>
              </a:rPr>
              <a:t>上一章</a:t>
            </a:r>
            <a:endParaRPr lang="de-DE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A4ECE5D0-B814-75AD-65A3-F391890F7938}"/>
              </a:ext>
            </a:extLst>
          </p:cNvPr>
          <p:cNvSpPr txBox="1"/>
          <p:nvPr/>
        </p:nvSpPr>
        <p:spPr>
          <a:xfrm>
            <a:off x="2960376" y="4245227"/>
            <a:ext cx="9541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de-DE" sz="2000">
                <a:solidFill>
                  <a:schemeClr val="bg1"/>
                </a:solidFill>
              </a:rPr>
              <a:t>小后退</a:t>
            </a:r>
            <a:endParaRPr lang="de-DE" altLang="ja-JP" sz="2000" dirty="0">
              <a:solidFill>
                <a:schemeClr val="bg1"/>
              </a:solidFill>
            </a:endParaRPr>
          </a:p>
          <a:p>
            <a:pPr algn="ctr"/>
            <a:r>
              <a:rPr lang="ja-JP" altLang="de-DE" sz="2000">
                <a:solidFill>
                  <a:schemeClr val="bg1">
                    <a:lumMod val="75000"/>
                  </a:schemeClr>
                </a:solidFill>
              </a:rPr>
              <a:t>倒带</a:t>
            </a:r>
            <a:endParaRPr lang="de-DE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51C9F140-4448-E485-FE32-E7ED324688D6}"/>
              </a:ext>
            </a:extLst>
          </p:cNvPr>
          <p:cNvSpPr txBox="1"/>
          <p:nvPr/>
        </p:nvSpPr>
        <p:spPr>
          <a:xfrm>
            <a:off x="4110752" y="4245227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de-DE" sz="2000">
                <a:solidFill>
                  <a:schemeClr val="bg1"/>
                </a:solidFill>
              </a:rPr>
              <a:t>暂停或者</a:t>
            </a:r>
          </a:p>
          <a:p>
            <a:pPr algn="ctr"/>
            <a:r>
              <a:rPr lang="ja-JP" altLang="de-DE" sz="2000">
                <a:solidFill>
                  <a:schemeClr val="bg1"/>
                </a:solidFill>
              </a:rPr>
              <a:t>继续</a:t>
            </a: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FB63F0DF-6DFE-CC54-71DF-B5FD8E65238E}"/>
              </a:ext>
            </a:extLst>
          </p:cNvPr>
          <p:cNvSpPr txBox="1"/>
          <p:nvPr/>
        </p:nvSpPr>
        <p:spPr>
          <a:xfrm>
            <a:off x="5511933" y="4245227"/>
            <a:ext cx="9541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de-DE" sz="2000">
                <a:solidFill>
                  <a:schemeClr val="bg1"/>
                </a:solidFill>
              </a:rPr>
              <a:t>小前锋</a:t>
            </a:r>
            <a:endParaRPr lang="de-DE" altLang="ja-JP" sz="2000" dirty="0">
              <a:solidFill>
                <a:schemeClr val="bg1"/>
              </a:solidFill>
            </a:endParaRPr>
          </a:p>
          <a:p>
            <a:pPr algn="ctr"/>
            <a:r>
              <a:rPr lang="ja-JP" altLang="de-DE" sz="2000">
                <a:solidFill>
                  <a:schemeClr val="bg1">
                    <a:lumMod val="75000"/>
                  </a:schemeClr>
                </a:solidFill>
              </a:rPr>
              <a:t>快进</a:t>
            </a:r>
            <a:endParaRPr lang="de-DE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DF70DA93-991B-C77B-FCC4-197CAF72BAF2}"/>
              </a:ext>
            </a:extLst>
          </p:cNvPr>
          <p:cNvSpPr txBox="1"/>
          <p:nvPr/>
        </p:nvSpPr>
        <p:spPr>
          <a:xfrm>
            <a:off x="6799743" y="4245227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de-DE" sz="2000">
                <a:solidFill>
                  <a:schemeClr val="bg1"/>
                </a:solidFill>
              </a:rPr>
              <a:t>下</a:t>
            </a:r>
          </a:p>
          <a:p>
            <a:pPr algn="ctr"/>
            <a:r>
              <a:rPr lang="ja-JP" altLang="de-DE" sz="2000">
                <a:solidFill>
                  <a:schemeClr val="bg1">
                    <a:lumMod val="75000"/>
                  </a:schemeClr>
                </a:solidFill>
              </a:rPr>
              <a:t>下一章</a:t>
            </a:r>
            <a:endParaRPr lang="de-DE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BE40186D-2171-2F73-F233-6A569F210073}"/>
              </a:ext>
            </a:extLst>
          </p:cNvPr>
          <p:cNvSpPr txBox="1"/>
          <p:nvPr/>
        </p:nvSpPr>
        <p:spPr>
          <a:xfrm>
            <a:off x="1314790" y="5663541"/>
            <a:ext cx="9541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ja-JP" altLang="de-DE" sz="2000">
                <a:solidFill>
                  <a:schemeClr val="bg1"/>
                </a:solidFill>
              </a:rPr>
              <a:t>转到</a:t>
            </a:r>
          </a:p>
          <a:p>
            <a:pPr algn="r"/>
            <a:r>
              <a:rPr lang="ja-JP" altLang="de-DE" sz="2000">
                <a:solidFill>
                  <a:schemeClr val="bg1"/>
                </a:solidFill>
              </a:rPr>
              <a:t>主菜单</a:t>
            </a: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6D3452F9-2E3C-9CE2-FDE3-DB56A4E36E20}"/>
              </a:ext>
            </a:extLst>
          </p:cNvPr>
          <p:cNvSpPr txBox="1"/>
          <p:nvPr/>
        </p:nvSpPr>
        <p:spPr>
          <a:xfrm>
            <a:off x="1571271" y="880236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ja-JP" altLang="de-DE" sz="2000">
                <a:solidFill>
                  <a:schemeClr val="bg1"/>
                </a:solidFill>
              </a:rPr>
              <a:t>回去</a:t>
            </a: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CD6A5EF6-3FAE-42F4-1D18-1C0BA2787927}"/>
              </a:ext>
            </a:extLst>
          </p:cNvPr>
          <p:cNvSpPr txBox="1"/>
          <p:nvPr/>
        </p:nvSpPr>
        <p:spPr>
          <a:xfrm>
            <a:off x="5571733" y="5663541"/>
            <a:ext cx="2592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de-DE" sz="2000">
                <a:solidFill>
                  <a:schemeClr val="bg1"/>
                </a:solidFill>
              </a:rPr>
              <a:t>显示信息</a:t>
            </a:r>
          </a:p>
          <a:p>
            <a:r>
              <a:rPr lang="ja-JP" altLang="de-DE" sz="2000">
                <a:solidFill>
                  <a:schemeClr val="bg1">
                    <a:lumMod val="75000"/>
                  </a:schemeClr>
                </a:solidFill>
              </a:rPr>
              <a:t>显示编解码器信息</a:t>
            </a:r>
            <a:endParaRPr lang="de-DE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589D95D9-9D82-4DFF-4817-496FA69B998B}"/>
              </a:ext>
            </a:extLst>
          </p:cNvPr>
          <p:cNvSpPr txBox="1"/>
          <p:nvPr/>
        </p:nvSpPr>
        <p:spPr>
          <a:xfrm>
            <a:off x="5571733" y="8494588"/>
            <a:ext cx="2592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de-DE" sz="2000">
                <a:solidFill>
                  <a:schemeClr val="bg1"/>
                </a:solidFill>
              </a:rPr>
              <a:t>播放器控制 </a:t>
            </a:r>
            <a:r>
              <a:rPr lang="de-DE" altLang="ja-JP" sz="2000" dirty="0">
                <a:solidFill>
                  <a:schemeClr val="bg1"/>
                </a:solidFill>
              </a:rPr>
              <a:t>(</a:t>
            </a:r>
            <a:r>
              <a:rPr lang="de-DE" sz="2000" dirty="0">
                <a:solidFill>
                  <a:schemeClr val="bg1"/>
                </a:solidFill>
              </a:rPr>
              <a:t>OSD)</a:t>
            </a:r>
          </a:p>
          <a:p>
            <a:r>
              <a:rPr lang="ja-JP" altLang="de-DE" sz="2000">
                <a:solidFill>
                  <a:schemeClr val="bg1">
                    <a:lumMod val="75000"/>
                  </a:schemeClr>
                </a:solidFill>
              </a:rPr>
              <a:t>上下文菜单</a:t>
            </a:r>
            <a:endParaRPr lang="de-DE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73405446-F759-3588-5404-7FDB7C49B266}"/>
              </a:ext>
            </a:extLst>
          </p:cNvPr>
          <p:cNvSpPr txBox="1"/>
          <p:nvPr/>
        </p:nvSpPr>
        <p:spPr>
          <a:xfrm>
            <a:off x="1873440" y="1034151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algn="ctr"/>
            <a:r>
              <a:rPr lang="ja-JP" altLang="de-DE" sz="2000"/>
              <a:t>音乐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AA10115-B63E-F966-6A8B-F78D4FFB7229}"/>
              </a:ext>
            </a:extLst>
          </p:cNvPr>
          <p:cNvSpPr txBox="1"/>
          <p:nvPr/>
        </p:nvSpPr>
        <p:spPr>
          <a:xfrm>
            <a:off x="3538261" y="1034151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ja-JP" altLang="de-DE" sz="2000"/>
              <a:t>电影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37C2044C-F39A-6FF4-03C9-70AEAB56694A}"/>
              </a:ext>
            </a:extLst>
          </p:cNvPr>
          <p:cNvSpPr txBox="1"/>
          <p:nvPr/>
        </p:nvSpPr>
        <p:spPr>
          <a:xfrm>
            <a:off x="5196786" y="1034151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ja-JP" altLang="de-DE" sz="2000"/>
              <a:t>剧集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8571D484-6294-10B1-FA07-323EA136BDC8}"/>
              </a:ext>
            </a:extLst>
          </p:cNvPr>
          <p:cNvSpPr txBox="1"/>
          <p:nvPr/>
        </p:nvSpPr>
        <p:spPr>
          <a:xfrm>
            <a:off x="6873941" y="1034151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ja-JP" altLang="de-DE" sz="2000"/>
              <a:t>图片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EF9F99C5-5AE5-5ECE-479D-8984F3312670}"/>
              </a:ext>
            </a:extLst>
          </p:cNvPr>
          <p:cNvSpPr txBox="1"/>
          <p:nvPr/>
        </p:nvSpPr>
        <p:spPr>
          <a:xfrm>
            <a:off x="1788116" y="7225201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ja-JP" altLang="de-DE" sz="2000">
                <a:solidFill>
                  <a:schemeClr val="bg1"/>
                </a:solidFill>
              </a:rPr>
              <a:t>向左导航</a:t>
            </a: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EE4818F5-7807-E90B-6E1D-4BC7A8751845}"/>
              </a:ext>
            </a:extLst>
          </p:cNvPr>
          <p:cNvSpPr txBox="1"/>
          <p:nvPr/>
        </p:nvSpPr>
        <p:spPr>
          <a:xfrm>
            <a:off x="4780025" y="722520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de-DE" sz="2000">
                <a:solidFill>
                  <a:schemeClr val="bg1"/>
                </a:solidFill>
              </a:rPr>
              <a:t>向右导航</a:t>
            </a: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3091124F-7CE0-E29A-1316-0289A1E66238}"/>
              </a:ext>
            </a:extLst>
          </p:cNvPr>
          <p:cNvSpPr txBox="1"/>
          <p:nvPr/>
        </p:nvSpPr>
        <p:spPr>
          <a:xfrm>
            <a:off x="3292539" y="611481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de-DE" sz="2000">
                <a:solidFill>
                  <a:schemeClr val="bg1"/>
                </a:solidFill>
              </a:rPr>
              <a:t>导航向上</a:t>
            </a: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6ED37BD5-3B1E-AE76-A16C-EB925967ACC2}"/>
              </a:ext>
            </a:extLst>
          </p:cNvPr>
          <p:cNvSpPr txBox="1"/>
          <p:nvPr/>
        </p:nvSpPr>
        <p:spPr>
          <a:xfrm>
            <a:off x="3292539" y="833993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de-DE" sz="2000">
                <a:solidFill>
                  <a:schemeClr val="bg1"/>
                </a:solidFill>
              </a:rPr>
              <a:t>向下导航</a:t>
            </a: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E7ABD36B-91A8-4F29-5640-4FB5D389D033}"/>
              </a:ext>
            </a:extLst>
          </p:cNvPr>
          <p:cNvSpPr txBox="1"/>
          <p:nvPr/>
        </p:nvSpPr>
        <p:spPr>
          <a:xfrm>
            <a:off x="4310143" y="8005753"/>
            <a:ext cx="115929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de-DE" sz="1900">
                <a:solidFill>
                  <a:schemeClr val="bg1"/>
                </a:solidFill>
              </a:rPr>
              <a:t>确认选择</a:t>
            </a:r>
            <a:endParaRPr lang="de-DE" sz="1900" dirty="0">
              <a:solidFill>
                <a:schemeClr val="bg1"/>
              </a:solidFill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45148CF3-111D-FB8C-4D0E-38A9175BFBB3}"/>
              </a:ext>
            </a:extLst>
          </p:cNvPr>
          <p:cNvSpPr txBox="1"/>
          <p:nvPr/>
        </p:nvSpPr>
        <p:spPr>
          <a:xfrm>
            <a:off x="3569779" y="10947095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de-DE">
                <a:solidFill>
                  <a:schemeClr val="bg1"/>
                </a:solidFill>
              </a:rPr>
              <a:t>点击动作 </a:t>
            </a:r>
            <a:r>
              <a:rPr lang="ja-JP" altLang="de-DE">
                <a:solidFill>
                  <a:schemeClr val="bg1">
                    <a:lumMod val="75000"/>
                  </a:schemeClr>
                </a:solidFill>
              </a:rPr>
              <a:t>与 长按动作</a:t>
            </a:r>
            <a:endParaRPr lang="de-DE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208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CAE3D-4055-74D0-9A92-8301914C3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7C07A251-BDCE-BF0B-1C96-0820285DF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9AA6F13-6854-40A3-FB83-0240FD2D1AD5}"/>
              </a:ext>
            </a:extLst>
          </p:cNvPr>
          <p:cNvSpPr txBox="1"/>
          <p:nvPr/>
        </p:nvSpPr>
        <p:spPr>
          <a:xfrm>
            <a:off x="7965215" y="246935"/>
            <a:ext cx="13792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>
                <a:solidFill>
                  <a:schemeClr val="bg1"/>
                </a:solidFill>
              </a:rPr>
              <a:t>Swedish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6FF26F5-85DB-CD21-3832-34333B488021}"/>
              </a:ext>
            </a:extLst>
          </p:cNvPr>
          <p:cNvSpPr txBox="1"/>
          <p:nvPr/>
        </p:nvSpPr>
        <p:spPr>
          <a:xfrm>
            <a:off x="3535079" y="1480304"/>
            <a:ext cx="252190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SNABBHJÄLP</a:t>
            </a:r>
          </a:p>
          <a:p>
            <a:pPr algn="ctr"/>
            <a:r>
              <a:rPr lang="de-DE" sz="2400" dirty="0">
                <a:solidFill>
                  <a:schemeClr val="bg1"/>
                </a:solidFill>
              </a:rPr>
              <a:t>FJÄRRKONTROL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AEDE6D5-DCCD-C0E3-A855-F9B61E161B6A}"/>
              </a:ext>
            </a:extLst>
          </p:cNvPr>
          <p:cNvSpPr txBox="1"/>
          <p:nvPr/>
        </p:nvSpPr>
        <p:spPr>
          <a:xfrm>
            <a:off x="1473589" y="3027795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STOPPAR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UPPSPELNING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F2D925B-6AC6-17E9-1171-D52F79E931FB}"/>
              </a:ext>
            </a:extLst>
          </p:cNvPr>
          <p:cNvSpPr txBox="1"/>
          <p:nvPr/>
        </p:nvSpPr>
        <p:spPr>
          <a:xfrm>
            <a:off x="2986580" y="3027795"/>
            <a:ext cx="1796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VÄLJ UNDERTEXT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SÖK UNDERTEXT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EC82DB3-8146-F0B2-C0A3-CD5C6F73B15C}"/>
              </a:ext>
            </a:extLst>
          </p:cNvPr>
          <p:cNvSpPr txBox="1"/>
          <p:nvPr/>
        </p:nvSpPr>
        <p:spPr>
          <a:xfrm>
            <a:off x="4746417" y="3027795"/>
            <a:ext cx="1595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VÄLJ LJUDSPÅR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1FF1620-8F2B-DBB0-99AD-FFBD5946EB31}"/>
              </a:ext>
            </a:extLst>
          </p:cNvPr>
          <p:cNvSpPr txBox="1"/>
          <p:nvPr/>
        </p:nvSpPr>
        <p:spPr>
          <a:xfrm>
            <a:off x="6218888" y="3027795"/>
            <a:ext cx="1972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VÄXLA SKÄRM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VÄXLA FULLSKÄRM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7B5FBA6-8E35-4C3C-E788-532A933E704C}"/>
              </a:ext>
            </a:extLst>
          </p:cNvPr>
          <p:cNvSpPr txBox="1"/>
          <p:nvPr/>
        </p:nvSpPr>
        <p:spPr>
          <a:xfrm>
            <a:off x="1447388" y="4224470"/>
            <a:ext cx="13345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FÖREGÅENDE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OBJEKT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FÖREGÅENDE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KAPITEL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BFA92CD-9F0B-EBF6-ED25-17814B517A5A}"/>
              </a:ext>
            </a:extLst>
          </p:cNvPr>
          <p:cNvSpPr txBox="1"/>
          <p:nvPr/>
        </p:nvSpPr>
        <p:spPr>
          <a:xfrm>
            <a:off x="2643683" y="4224470"/>
            <a:ext cx="15516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KORT HOPP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BAKÅT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SPOLA TILLBAKA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C22989F-63B3-D4CD-3025-153A29BA01EC}"/>
              </a:ext>
            </a:extLst>
          </p:cNvPr>
          <p:cNvSpPr txBox="1"/>
          <p:nvPr/>
        </p:nvSpPr>
        <p:spPr>
          <a:xfrm>
            <a:off x="4054860" y="4224470"/>
            <a:ext cx="13799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PAUSAR ELLER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AVPAUSAR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UPPSPELNING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35BDE42-23D4-B5C8-7323-3F32DA22A7E7}"/>
              </a:ext>
            </a:extLst>
          </p:cNvPr>
          <p:cNvSpPr txBox="1"/>
          <p:nvPr/>
        </p:nvSpPr>
        <p:spPr>
          <a:xfrm>
            <a:off x="5365422" y="4224470"/>
            <a:ext cx="12971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KORT HOPP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FRAMÅT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SNABBSPOLA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5C7B049-C724-B57E-1026-4DB1A1DC71D8}"/>
              </a:ext>
            </a:extLst>
          </p:cNvPr>
          <p:cNvSpPr txBox="1"/>
          <p:nvPr/>
        </p:nvSpPr>
        <p:spPr>
          <a:xfrm>
            <a:off x="6845111" y="4224470"/>
            <a:ext cx="8547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NÄSTA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OBJEKT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NÄSTA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KAPITEL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A9D55BC-D98A-6666-C1B7-570C8B4505D1}"/>
              </a:ext>
            </a:extLst>
          </p:cNvPr>
          <p:cNvSpPr txBox="1"/>
          <p:nvPr/>
        </p:nvSpPr>
        <p:spPr>
          <a:xfrm>
            <a:off x="1301234" y="5639852"/>
            <a:ext cx="992772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500" dirty="0">
                <a:solidFill>
                  <a:schemeClr val="bg1"/>
                </a:solidFill>
              </a:rPr>
              <a:t>AKTIVERA</a:t>
            </a:r>
          </a:p>
          <a:p>
            <a:pPr algn="r"/>
            <a:r>
              <a:rPr lang="de-DE" sz="1500" dirty="0">
                <a:solidFill>
                  <a:schemeClr val="bg1"/>
                </a:solidFill>
              </a:rPr>
              <a:t>HEM-</a:t>
            </a:r>
          </a:p>
          <a:p>
            <a:pPr algn="r"/>
            <a:r>
              <a:rPr lang="de-DE" sz="1500" dirty="0">
                <a:solidFill>
                  <a:schemeClr val="bg1"/>
                </a:solidFill>
              </a:rPr>
              <a:t>FÖNSTRET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9C85C4A-7A72-E98E-84F8-1337A49D0A0A}"/>
              </a:ext>
            </a:extLst>
          </p:cNvPr>
          <p:cNvSpPr txBox="1"/>
          <p:nvPr/>
        </p:nvSpPr>
        <p:spPr>
          <a:xfrm>
            <a:off x="1506034" y="8571585"/>
            <a:ext cx="787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GÅ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BAKÅT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31A991A-4B6B-26FD-B49B-C26DF7903781}"/>
              </a:ext>
            </a:extLst>
          </p:cNvPr>
          <p:cNvSpPr txBox="1"/>
          <p:nvPr/>
        </p:nvSpPr>
        <p:spPr>
          <a:xfrm>
            <a:off x="5593724" y="5639852"/>
            <a:ext cx="2610368" cy="1206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INFORMATIONS-DIALOGRUTAN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INFORMATON OM KODEKAR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F22834E-3003-26A4-8A13-6CCCCC794FB4}"/>
              </a:ext>
            </a:extLst>
          </p:cNvPr>
          <p:cNvSpPr txBox="1"/>
          <p:nvPr/>
        </p:nvSpPr>
        <p:spPr>
          <a:xfrm>
            <a:off x="5593724" y="8264653"/>
            <a:ext cx="2610368" cy="953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UPPSPELNINGS-KONTROLLER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KONTEXTMENYN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7E5AC4C-FF66-9213-34C6-9FA5EC0918AD}"/>
              </a:ext>
            </a:extLst>
          </p:cNvPr>
          <p:cNvSpPr txBox="1"/>
          <p:nvPr/>
        </p:nvSpPr>
        <p:spPr>
          <a:xfrm>
            <a:off x="1798487" y="10324181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MUSIK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9187C9A-7ECA-14F2-F5B3-752B19D3710D}"/>
              </a:ext>
            </a:extLst>
          </p:cNvPr>
          <p:cNvSpPr txBox="1"/>
          <p:nvPr/>
        </p:nvSpPr>
        <p:spPr>
          <a:xfrm>
            <a:off x="3444714" y="10324181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FILMER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8BF97EE-2577-41E6-4CA6-83CF24B5F643}"/>
              </a:ext>
            </a:extLst>
          </p:cNvPr>
          <p:cNvSpPr txBox="1"/>
          <p:nvPr/>
        </p:nvSpPr>
        <p:spPr>
          <a:xfrm>
            <a:off x="4979461" y="10324181"/>
            <a:ext cx="112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TV-SERIER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12AD7D3-36A1-BB61-DAAE-1798F9068B57}"/>
              </a:ext>
            </a:extLst>
          </p:cNvPr>
          <p:cNvSpPr txBox="1"/>
          <p:nvPr/>
        </p:nvSpPr>
        <p:spPr>
          <a:xfrm>
            <a:off x="6769834" y="10324181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BILDER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C8AB878-AC11-EE0A-2417-42AD4167A1D6}"/>
              </a:ext>
            </a:extLst>
          </p:cNvPr>
          <p:cNvSpPr txBox="1"/>
          <p:nvPr/>
        </p:nvSpPr>
        <p:spPr>
          <a:xfrm>
            <a:off x="1971528" y="7107907"/>
            <a:ext cx="105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NAVIGERA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VÄNSTER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F8CAC3B-7F03-3686-1B61-212813AB96D5}"/>
              </a:ext>
            </a:extLst>
          </p:cNvPr>
          <p:cNvSpPr txBox="1"/>
          <p:nvPr/>
        </p:nvSpPr>
        <p:spPr>
          <a:xfrm>
            <a:off x="4783582" y="7100223"/>
            <a:ext cx="10574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NAVIGERA</a:t>
            </a:r>
          </a:p>
          <a:p>
            <a:r>
              <a:rPr lang="de-DE" sz="1600" dirty="0">
                <a:solidFill>
                  <a:schemeClr val="bg1"/>
                </a:solidFill>
              </a:rPr>
              <a:t>HÖGER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2B9110C-5AD5-E3E5-878B-85E8126A04B0}"/>
              </a:ext>
            </a:extLst>
          </p:cNvPr>
          <p:cNvSpPr txBox="1"/>
          <p:nvPr/>
        </p:nvSpPr>
        <p:spPr>
          <a:xfrm>
            <a:off x="3371244" y="5928994"/>
            <a:ext cx="105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NAVIGERA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UPPÅT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4A680AB-0658-A922-401A-25D0EF7E8D08}"/>
              </a:ext>
            </a:extLst>
          </p:cNvPr>
          <p:cNvSpPr txBox="1"/>
          <p:nvPr/>
        </p:nvSpPr>
        <p:spPr>
          <a:xfrm>
            <a:off x="3388576" y="8302649"/>
            <a:ext cx="1057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NAVIGERA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NERÅT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0790180-1492-62DE-314F-8195D2676391}"/>
              </a:ext>
            </a:extLst>
          </p:cNvPr>
          <p:cNvSpPr txBox="1"/>
          <p:nvPr/>
        </p:nvSpPr>
        <p:spPr>
          <a:xfrm>
            <a:off x="4475262" y="7863039"/>
            <a:ext cx="94481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solidFill>
                  <a:schemeClr val="bg1"/>
                </a:solidFill>
              </a:rPr>
              <a:t>VÄLJ</a:t>
            </a:r>
          </a:p>
          <a:p>
            <a:r>
              <a:rPr lang="de-DE" sz="1500" dirty="0">
                <a:solidFill>
                  <a:schemeClr val="bg1"/>
                </a:solidFill>
              </a:rPr>
              <a:t>AKTUELLT</a:t>
            </a:r>
          </a:p>
          <a:p>
            <a:r>
              <a:rPr lang="de-DE" sz="1500" dirty="0">
                <a:solidFill>
                  <a:schemeClr val="bg1"/>
                </a:solidFill>
              </a:rPr>
              <a:t>OBJEKT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9CE1727-D711-446B-B5BE-1AAA067467D3}"/>
              </a:ext>
            </a:extLst>
          </p:cNvPr>
          <p:cNvSpPr txBox="1"/>
          <p:nvPr/>
        </p:nvSpPr>
        <p:spPr>
          <a:xfrm>
            <a:off x="3682839" y="10975992"/>
            <a:ext cx="2149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TRYCK </a:t>
            </a:r>
            <a:r>
              <a:rPr lang="de-DE" sz="1600" dirty="0">
                <a:solidFill>
                  <a:schemeClr val="bg2"/>
                </a:solidFill>
              </a:rPr>
              <a:t>vs.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LÄNGT TRYCK</a:t>
            </a:r>
          </a:p>
        </p:txBody>
      </p:sp>
    </p:spTree>
    <p:extLst>
      <p:ext uri="{BB962C8B-B14F-4D97-AF65-F5344CB8AC3E}">
        <p14:creationId xmlns:p14="http://schemas.microsoft.com/office/powerpoint/2010/main" val="510178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E4A88-A6DA-CE86-117C-DDCEE5F3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5D10434E-4CD0-CC1F-0F35-E6CB06E88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CD03355-B5C6-CF2C-4D70-54A8A1374C69}"/>
              </a:ext>
            </a:extLst>
          </p:cNvPr>
          <p:cNvSpPr txBox="1"/>
          <p:nvPr/>
        </p:nvSpPr>
        <p:spPr>
          <a:xfrm>
            <a:off x="8220287" y="204825"/>
            <a:ext cx="1226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>
                <a:solidFill>
                  <a:schemeClr val="bg1"/>
                </a:solidFill>
              </a:rPr>
              <a:t>Turkish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801AD1C-C1D3-7B31-5C07-337664D7F16D}"/>
              </a:ext>
            </a:extLst>
          </p:cNvPr>
          <p:cNvSpPr txBox="1"/>
          <p:nvPr/>
        </p:nvSpPr>
        <p:spPr>
          <a:xfrm>
            <a:off x="3530849" y="1475822"/>
            <a:ext cx="244252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YARDIM</a:t>
            </a:r>
          </a:p>
          <a:p>
            <a:pPr algn="ctr"/>
            <a:r>
              <a:rPr lang="de-DE" sz="2400" dirty="0">
                <a:solidFill>
                  <a:schemeClr val="bg1"/>
                </a:solidFill>
              </a:rPr>
              <a:t>Uzaktan Kumanda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4B16ADE-7074-C5C9-7F35-92E643D76134}"/>
              </a:ext>
            </a:extLst>
          </p:cNvPr>
          <p:cNvSpPr txBox="1"/>
          <p:nvPr/>
        </p:nvSpPr>
        <p:spPr>
          <a:xfrm>
            <a:off x="1739472" y="3017618"/>
            <a:ext cx="97013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DURDUR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EBB1B62-BF1D-6843-6F26-78F7C7B24F96}"/>
              </a:ext>
            </a:extLst>
          </p:cNvPr>
          <p:cNvSpPr txBox="1"/>
          <p:nvPr/>
        </p:nvSpPr>
        <p:spPr>
          <a:xfrm>
            <a:off x="3097158" y="3017618"/>
            <a:ext cx="160005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ALTYAZI SEÇ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ALTYAZI ARAMA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8D8961A-8BA8-3217-5B2B-526A864A2C07}"/>
              </a:ext>
            </a:extLst>
          </p:cNvPr>
          <p:cNvSpPr txBox="1"/>
          <p:nvPr/>
        </p:nvSpPr>
        <p:spPr>
          <a:xfrm>
            <a:off x="4885291" y="3017618"/>
            <a:ext cx="132228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SES AKIŞLARI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7FC9458-50FA-8EFD-BAD5-AB3A48ACDFEC}"/>
              </a:ext>
            </a:extLst>
          </p:cNvPr>
          <p:cNvSpPr txBox="1"/>
          <p:nvPr/>
        </p:nvSpPr>
        <p:spPr>
          <a:xfrm>
            <a:off x="6075155" y="3017618"/>
            <a:ext cx="222503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EKRAN DEĞİŞTİR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TAM EKRANA DEĞİŞTİR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CB44EAE-6DC8-1727-83AD-99D9D51ACEBF}"/>
              </a:ext>
            </a:extLst>
          </p:cNvPr>
          <p:cNvSpPr txBox="1"/>
          <p:nvPr/>
        </p:nvSpPr>
        <p:spPr>
          <a:xfrm>
            <a:off x="1717223" y="4235293"/>
            <a:ext cx="87235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ÖNCEKİ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MADDE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ÖNCEKİ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BÖLÜM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8628FE0-BDD6-FEF6-F829-1F7BAF5CA240}"/>
              </a:ext>
            </a:extLst>
          </p:cNvPr>
          <p:cNvSpPr txBox="1"/>
          <p:nvPr/>
        </p:nvSpPr>
        <p:spPr>
          <a:xfrm>
            <a:off x="2773762" y="4235293"/>
            <a:ext cx="130676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GERI ATLA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GERI SARMA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CC121A6-226E-9F7E-8D0B-68E4C645C837}"/>
              </a:ext>
            </a:extLst>
          </p:cNvPr>
          <p:cNvSpPr txBox="1"/>
          <p:nvPr/>
        </p:nvSpPr>
        <p:spPr>
          <a:xfrm>
            <a:off x="4078652" y="4235293"/>
            <a:ext cx="125925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DURAKLAT /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OYNAT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8576A14-D7B9-F90D-C1A2-8649153EF8DC}"/>
              </a:ext>
            </a:extLst>
          </p:cNvPr>
          <p:cNvSpPr txBox="1"/>
          <p:nvPr/>
        </p:nvSpPr>
        <p:spPr>
          <a:xfrm>
            <a:off x="5263347" y="4235293"/>
            <a:ext cx="151894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ILERI ATLAMAK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ILERI SAR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657C50A-999D-671D-48A2-E554AE1315DA}"/>
              </a:ext>
            </a:extLst>
          </p:cNvPr>
          <p:cNvSpPr txBox="1"/>
          <p:nvPr/>
        </p:nvSpPr>
        <p:spPr>
          <a:xfrm>
            <a:off x="6787994" y="4235293"/>
            <a:ext cx="982961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SONRAKİ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MADDE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SONRAKİ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BÖLÜM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7E813ED-0796-860A-7467-36387D1081DF}"/>
              </a:ext>
            </a:extLst>
          </p:cNvPr>
          <p:cNvSpPr txBox="1"/>
          <p:nvPr/>
        </p:nvSpPr>
        <p:spPr>
          <a:xfrm>
            <a:off x="1513722" y="5620078"/>
            <a:ext cx="743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ANA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SAYFA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7D36A3F-814F-F89D-D7A3-2493CAB62D83}"/>
              </a:ext>
            </a:extLst>
          </p:cNvPr>
          <p:cNvSpPr txBox="1"/>
          <p:nvPr/>
        </p:nvSpPr>
        <p:spPr>
          <a:xfrm>
            <a:off x="1631254" y="8835983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GERI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78606E7-96FB-43F4-38E9-3E1581A3D9A4}"/>
              </a:ext>
            </a:extLst>
          </p:cNvPr>
          <p:cNvSpPr txBox="1"/>
          <p:nvPr/>
        </p:nvSpPr>
        <p:spPr>
          <a:xfrm>
            <a:off x="5606025" y="5620078"/>
            <a:ext cx="2582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BILGI KUTUSU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CODEC BILGILERI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AAB2E31-363F-22EA-47EA-455F5B56699B}"/>
              </a:ext>
            </a:extLst>
          </p:cNvPr>
          <p:cNvSpPr txBox="1"/>
          <p:nvPr/>
        </p:nvSpPr>
        <p:spPr>
          <a:xfrm>
            <a:off x="5606025" y="8262197"/>
            <a:ext cx="2582588" cy="943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OYNATICI KONTROLLERI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IÇERIK  MENÜSÜ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60C691B-EB0E-434E-913E-33AFD49B1F26}"/>
              </a:ext>
            </a:extLst>
          </p:cNvPr>
          <p:cNvSpPr txBox="1"/>
          <p:nvPr/>
        </p:nvSpPr>
        <p:spPr>
          <a:xfrm>
            <a:off x="1822218" y="10340222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MÜZIK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FEBCE16-AAC9-7E56-CAE2-03AA0113C65C}"/>
              </a:ext>
            </a:extLst>
          </p:cNvPr>
          <p:cNvSpPr txBox="1"/>
          <p:nvPr/>
        </p:nvSpPr>
        <p:spPr>
          <a:xfrm>
            <a:off x="3587192" y="10340222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FILM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77DA91C-5F04-C082-AB28-B892198518FD}"/>
              </a:ext>
            </a:extLst>
          </p:cNvPr>
          <p:cNvSpPr txBox="1"/>
          <p:nvPr/>
        </p:nvSpPr>
        <p:spPr>
          <a:xfrm>
            <a:off x="5260763" y="10340222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DIZI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9E4B036-2CCA-1EE2-C834-B5F9DC5BE4D6}"/>
              </a:ext>
            </a:extLst>
          </p:cNvPr>
          <p:cNvSpPr txBox="1"/>
          <p:nvPr/>
        </p:nvSpPr>
        <p:spPr>
          <a:xfrm>
            <a:off x="6809075" y="10340222"/>
            <a:ext cx="780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RESIM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2191064-3BA1-D46B-DA5D-99AEAF4FFB15}"/>
              </a:ext>
            </a:extLst>
          </p:cNvPr>
          <p:cNvSpPr txBox="1"/>
          <p:nvPr/>
        </p:nvSpPr>
        <p:spPr>
          <a:xfrm>
            <a:off x="2300074" y="7221426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SOLA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9918E51-598F-0C9F-8BB6-107076902B90}"/>
              </a:ext>
            </a:extLst>
          </p:cNvPr>
          <p:cNvSpPr txBox="1"/>
          <p:nvPr/>
        </p:nvSpPr>
        <p:spPr>
          <a:xfrm>
            <a:off x="4906923" y="7221426"/>
            <a:ext cx="69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SAĞA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4F22B528-FC32-9DA5-9A23-65E6627FD7B9}"/>
              </a:ext>
            </a:extLst>
          </p:cNvPr>
          <p:cNvSpPr txBox="1"/>
          <p:nvPr/>
        </p:nvSpPr>
        <p:spPr>
          <a:xfrm>
            <a:off x="3438721" y="6100918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YUKARI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E58D502-01EC-2747-C5EF-4170B0A13631}"/>
              </a:ext>
            </a:extLst>
          </p:cNvPr>
          <p:cNvSpPr txBox="1"/>
          <p:nvPr/>
        </p:nvSpPr>
        <p:spPr>
          <a:xfrm>
            <a:off x="3500501" y="8377694"/>
            <a:ext cx="7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AŞAĞI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B77309A-176C-4B81-ACD4-402A18950E91}"/>
              </a:ext>
            </a:extLst>
          </p:cNvPr>
          <p:cNvSpPr txBox="1"/>
          <p:nvPr/>
        </p:nvSpPr>
        <p:spPr>
          <a:xfrm>
            <a:off x="4467358" y="7928782"/>
            <a:ext cx="854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SEÇ /</a:t>
            </a:r>
          </a:p>
          <a:p>
            <a:r>
              <a:rPr lang="de-DE" sz="1600" dirty="0">
                <a:solidFill>
                  <a:schemeClr val="bg1"/>
                </a:solidFill>
              </a:rPr>
              <a:t>TAMAM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7ED17AD-F6F3-74B9-5EC3-EE3DF2BB74FE}"/>
              </a:ext>
            </a:extLst>
          </p:cNvPr>
          <p:cNvSpPr txBox="1"/>
          <p:nvPr/>
        </p:nvSpPr>
        <p:spPr>
          <a:xfrm>
            <a:off x="3740939" y="10975649"/>
            <a:ext cx="2022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DOKUN </a:t>
            </a:r>
            <a:r>
              <a:rPr lang="de-DE" sz="1600" dirty="0">
                <a:solidFill>
                  <a:schemeClr val="bg2"/>
                </a:solidFill>
              </a:rPr>
              <a:t>vs.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BASILI TUT</a:t>
            </a:r>
          </a:p>
        </p:txBody>
      </p:sp>
    </p:spTree>
    <p:extLst>
      <p:ext uri="{BB962C8B-B14F-4D97-AF65-F5344CB8AC3E}">
        <p14:creationId xmlns:p14="http://schemas.microsoft.com/office/powerpoint/2010/main" val="990365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0BB264-7581-DD1A-966A-E926C5C55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E3E941A5-BC06-BE59-CE4C-37C4EDBF1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B6D023BB-68A0-EDE3-8F9B-982120DB8482}"/>
              </a:ext>
            </a:extLst>
          </p:cNvPr>
          <p:cNvSpPr txBox="1"/>
          <p:nvPr/>
        </p:nvSpPr>
        <p:spPr>
          <a:xfrm>
            <a:off x="8220287" y="166724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>
                <a:solidFill>
                  <a:schemeClr val="bg1"/>
                </a:solidFill>
              </a:rPr>
              <a:t>Finnish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DD91336-4B0D-55C4-0CDF-D64B4254F2FC}"/>
              </a:ext>
            </a:extLst>
          </p:cNvPr>
          <p:cNvSpPr txBox="1"/>
          <p:nvPr/>
        </p:nvSpPr>
        <p:spPr>
          <a:xfrm>
            <a:off x="3417465" y="1489621"/>
            <a:ext cx="276627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YLEISKATSAUS</a:t>
            </a:r>
          </a:p>
          <a:p>
            <a:pPr algn="ctr"/>
            <a:r>
              <a:rPr lang="de-DE" sz="2400" b="1" dirty="0">
                <a:solidFill>
                  <a:schemeClr val="bg1"/>
                </a:solidFill>
              </a:rPr>
              <a:t>Kauko-ohjaus</a:t>
            </a:r>
            <a:endParaRPr lang="de-DE" sz="2400" dirty="0">
              <a:solidFill>
                <a:schemeClr val="bg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0BAF5BB-9D00-9C34-12D0-4C378A6E549E}"/>
              </a:ext>
            </a:extLst>
          </p:cNvPr>
          <p:cNvSpPr txBox="1"/>
          <p:nvPr/>
        </p:nvSpPr>
        <p:spPr>
          <a:xfrm>
            <a:off x="1732034" y="3017868"/>
            <a:ext cx="9720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PYSÄYTÄ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TOISTO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2DD132A-1960-C281-1CED-1666BA61AE13}"/>
              </a:ext>
            </a:extLst>
          </p:cNvPr>
          <p:cNvSpPr txBox="1"/>
          <p:nvPr/>
        </p:nvSpPr>
        <p:spPr>
          <a:xfrm>
            <a:off x="2913032" y="3017868"/>
            <a:ext cx="1920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VALITSE TEKSTITYS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HAE TEKSTITYSTÄ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D1C0D2B-E939-F59A-FB60-C45871CCE8CB}"/>
              </a:ext>
            </a:extLst>
          </p:cNvPr>
          <p:cNvSpPr txBox="1"/>
          <p:nvPr/>
        </p:nvSpPr>
        <p:spPr>
          <a:xfrm>
            <a:off x="4759729" y="3017868"/>
            <a:ext cx="1514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VALITSE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ÄÄNIVIIRRAAT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30D7E72-3ADE-85E8-E913-5DF849B669A9}"/>
              </a:ext>
            </a:extLst>
          </p:cNvPr>
          <p:cNvSpPr txBox="1"/>
          <p:nvPr/>
        </p:nvSpPr>
        <p:spPr>
          <a:xfrm>
            <a:off x="6138391" y="3017868"/>
            <a:ext cx="2140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VAIHTO NÄYTTÖ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KÄYTÄ KOKO NÄYTTÖ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DA26966-97AA-F35C-589C-1D0D8D5E8885}"/>
              </a:ext>
            </a:extLst>
          </p:cNvPr>
          <p:cNvSpPr txBox="1"/>
          <p:nvPr/>
        </p:nvSpPr>
        <p:spPr>
          <a:xfrm>
            <a:off x="1541002" y="4215504"/>
            <a:ext cx="12153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EDELLINEN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KOHDE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EDELLINEN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LUKU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D3012D1-98E9-4245-9AEC-63BD59A4F8FF}"/>
              </a:ext>
            </a:extLst>
          </p:cNvPr>
          <p:cNvSpPr txBox="1"/>
          <p:nvPr/>
        </p:nvSpPr>
        <p:spPr>
          <a:xfrm>
            <a:off x="2772214" y="4215502"/>
            <a:ext cx="13226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PIENI ASKEL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TAAKSEPÄIN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KELAA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TAAKSEPÄIN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D1C4888-62CB-D043-C655-F6D207F217AE}"/>
              </a:ext>
            </a:extLst>
          </p:cNvPr>
          <p:cNvSpPr txBox="1"/>
          <p:nvPr/>
        </p:nvSpPr>
        <p:spPr>
          <a:xfrm>
            <a:off x="4048636" y="4215504"/>
            <a:ext cx="13099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PYSÄYTÄ TAI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KESKEYTTÄ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TOISTO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67539F3-869D-D005-B53C-572B4F6C311C}"/>
              </a:ext>
            </a:extLst>
          </p:cNvPr>
          <p:cNvSpPr txBox="1"/>
          <p:nvPr/>
        </p:nvSpPr>
        <p:spPr>
          <a:xfrm>
            <a:off x="5345761" y="4215502"/>
            <a:ext cx="13019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PIENI ASKEL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ETEENPÄIN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NOPEASTI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ETEENPÄIN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425000D-8169-5D43-7173-5F1D65ED49D9}"/>
              </a:ext>
            </a:extLst>
          </p:cNvPr>
          <p:cNvSpPr txBox="1"/>
          <p:nvPr/>
        </p:nvSpPr>
        <p:spPr>
          <a:xfrm>
            <a:off x="6695851" y="4215504"/>
            <a:ext cx="11849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SEURAAVA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KOHDE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SEURAAVA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LUKU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D9B81E8-40FE-36DF-39AD-B87B713355C7}"/>
              </a:ext>
            </a:extLst>
          </p:cNvPr>
          <p:cNvSpPr txBox="1"/>
          <p:nvPr/>
        </p:nvSpPr>
        <p:spPr>
          <a:xfrm>
            <a:off x="1335761" y="5621240"/>
            <a:ext cx="977447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700" dirty="0">
                <a:solidFill>
                  <a:schemeClr val="bg1"/>
                </a:solidFill>
              </a:rPr>
              <a:t>SIIRRY </a:t>
            </a:r>
          </a:p>
          <a:p>
            <a:pPr algn="r"/>
            <a:r>
              <a:rPr lang="de-DE" sz="1700" dirty="0">
                <a:solidFill>
                  <a:schemeClr val="bg1"/>
                </a:solidFill>
              </a:rPr>
              <a:t>PÄÄVA-</a:t>
            </a:r>
          </a:p>
          <a:p>
            <a:pPr algn="r"/>
            <a:r>
              <a:rPr lang="de-DE" sz="1700" dirty="0">
                <a:solidFill>
                  <a:schemeClr val="bg1"/>
                </a:solidFill>
              </a:rPr>
              <a:t>LIKKOON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42E9C44-CBFC-E2DE-7A3F-EEE6903D8557}"/>
              </a:ext>
            </a:extLst>
          </p:cNvPr>
          <p:cNvSpPr txBox="1"/>
          <p:nvPr/>
        </p:nvSpPr>
        <p:spPr>
          <a:xfrm>
            <a:off x="1323257" y="8561785"/>
            <a:ext cx="98995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700" dirty="0">
                <a:solidFill>
                  <a:schemeClr val="bg1"/>
                </a:solidFill>
              </a:rPr>
              <a:t>SIIRRY</a:t>
            </a:r>
          </a:p>
          <a:p>
            <a:pPr algn="r"/>
            <a:r>
              <a:rPr lang="de-DE" sz="1700" dirty="0">
                <a:solidFill>
                  <a:schemeClr val="bg1"/>
                </a:solidFill>
              </a:rPr>
              <a:t>TAKAISIN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6651861-EE86-08F5-A5F5-DFC760E20BF5}"/>
              </a:ext>
            </a:extLst>
          </p:cNvPr>
          <p:cNvSpPr txBox="1"/>
          <p:nvPr/>
        </p:nvSpPr>
        <p:spPr>
          <a:xfrm>
            <a:off x="5536596" y="5631873"/>
            <a:ext cx="2546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NÄYTÄ TIEDOT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NÄYTÄ KOODEKKITIEDOT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4DAB1C2-DD50-11FC-CBE9-8FD0A7A1AB13}"/>
              </a:ext>
            </a:extLst>
          </p:cNvPr>
          <p:cNvSpPr txBox="1"/>
          <p:nvPr/>
        </p:nvSpPr>
        <p:spPr>
          <a:xfrm>
            <a:off x="5561418" y="8267466"/>
            <a:ext cx="2658869" cy="93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SOITTIMEN SÄÄTIMET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KONTEKSTIVALIKKO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88918B2-BA1D-CFB2-E349-D18218D65127}"/>
              </a:ext>
            </a:extLst>
          </p:cNvPr>
          <p:cNvSpPr txBox="1"/>
          <p:nvPr/>
        </p:nvSpPr>
        <p:spPr>
          <a:xfrm>
            <a:off x="1699441" y="10349154"/>
            <a:ext cx="1048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MUSIIKKI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75A0681-E169-6410-F7F1-1765303F4B4E}"/>
              </a:ext>
            </a:extLst>
          </p:cNvPr>
          <p:cNvSpPr txBox="1"/>
          <p:nvPr/>
        </p:nvSpPr>
        <p:spPr>
          <a:xfrm>
            <a:off x="3317610" y="10349154"/>
            <a:ext cx="1154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ELOKUVAT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74E6A32-F96E-451D-1BB1-1DD64F064A2A}"/>
              </a:ext>
            </a:extLst>
          </p:cNvPr>
          <p:cNvSpPr txBox="1"/>
          <p:nvPr/>
        </p:nvSpPr>
        <p:spPr>
          <a:xfrm>
            <a:off x="5109123" y="10349154"/>
            <a:ext cx="843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SARJAT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2FB72FE-8F38-A580-34E4-D5AA414C9D30}"/>
              </a:ext>
            </a:extLst>
          </p:cNvPr>
          <p:cNvSpPr txBox="1"/>
          <p:nvPr/>
        </p:nvSpPr>
        <p:spPr>
          <a:xfrm>
            <a:off x="6809953" y="10349154"/>
            <a:ext cx="796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KUVAT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388C195-AA52-45E8-2F79-13AE6B884B6D}"/>
              </a:ext>
            </a:extLst>
          </p:cNvPr>
          <p:cNvSpPr txBox="1"/>
          <p:nvPr/>
        </p:nvSpPr>
        <p:spPr>
          <a:xfrm>
            <a:off x="2098571" y="7110260"/>
            <a:ext cx="9131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NAVIGOI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VASEN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604286D-D1D3-B691-5B29-C8A60A97AFF6}"/>
              </a:ext>
            </a:extLst>
          </p:cNvPr>
          <p:cNvSpPr txBox="1"/>
          <p:nvPr/>
        </p:nvSpPr>
        <p:spPr>
          <a:xfrm>
            <a:off x="4782175" y="7102765"/>
            <a:ext cx="9711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NAVIGOI</a:t>
            </a:r>
          </a:p>
          <a:p>
            <a:r>
              <a:rPr lang="de-DE" sz="1600" dirty="0">
                <a:solidFill>
                  <a:schemeClr val="bg1"/>
                </a:solidFill>
              </a:rPr>
              <a:t>OIKEALLE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7505E2B-5E94-8537-CD3B-F00A0566F5CF}"/>
              </a:ext>
            </a:extLst>
          </p:cNvPr>
          <p:cNvSpPr txBox="1"/>
          <p:nvPr/>
        </p:nvSpPr>
        <p:spPr>
          <a:xfrm>
            <a:off x="3420905" y="5922840"/>
            <a:ext cx="913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NAVIGOI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YLÖS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93645AC-3608-7447-6FB4-49A691046720}"/>
              </a:ext>
            </a:extLst>
          </p:cNvPr>
          <p:cNvSpPr txBox="1"/>
          <p:nvPr/>
        </p:nvSpPr>
        <p:spPr>
          <a:xfrm>
            <a:off x="3399551" y="8304251"/>
            <a:ext cx="9966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NAVIGOI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ALASPÄIN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E7AF400D-4C37-FE7A-A5A1-9CDB621D2083}"/>
              </a:ext>
            </a:extLst>
          </p:cNvPr>
          <p:cNvSpPr txBox="1"/>
          <p:nvPr/>
        </p:nvSpPr>
        <p:spPr>
          <a:xfrm>
            <a:off x="4393471" y="7982043"/>
            <a:ext cx="10023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VAHVISTA</a:t>
            </a:r>
          </a:p>
          <a:p>
            <a:r>
              <a:rPr lang="de-DE" sz="1600" dirty="0">
                <a:solidFill>
                  <a:schemeClr val="bg1"/>
                </a:solidFill>
              </a:rPr>
              <a:t>VALINTA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3A977B3F-ACD3-D8A7-007E-2F9BF11B69F8}"/>
              </a:ext>
            </a:extLst>
          </p:cNvPr>
          <p:cNvSpPr txBox="1"/>
          <p:nvPr/>
        </p:nvSpPr>
        <p:spPr>
          <a:xfrm>
            <a:off x="3784081" y="10978046"/>
            <a:ext cx="18501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TAP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vs. PITKÄ PAINA</a:t>
            </a:r>
          </a:p>
        </p:txBody>
      </p:sp>
    </p:spTree>
    <p:extLst>
      <p:ext uri="{BB962C8B-B14F-4D97-AF65-F5344CB8AC3E}">
        <p14:creationId xmlns:p14="http://schemas.microsoft.com/office/powerpoint/2010/main" val="1350735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EC26F0-12E3-5039-68C1-10F8BFF99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8A463E83-A5E0-F55F-9E9C-400A3FC90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1834BCE-76AF-2C88-F1C4-65DBC4366831}"/>
              </a:ext>
            </a:extLst>
          </p:cNvPr>
          <p:cNvSpPr txBox="1"/>
          <p:nvPr/>
        </p:nvSpPr>
        <p:spPr>
          <a:xfrm>
            <a:off x="8220287" y="230893"/>
            <a:ext cx="1212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>
                <a:solidFill>
                  <a:schemeClr val="bg1"/>
                </a:solidFill>
              </a:rPr>
              <a:t>Korean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B95308E-3AAF-2F31-3B4B-6FE1550C0827}"/>
              </a:ext>
            </a:extLst>
          </p:cNvPr>
          <p:cNvSpPr txBox="1"/>
          <p:nvPr/>
        </p:nvSpPr>
        <p:spPr>
          <a:xfrm>
            <a:off x="3563921" y="1489661"/>
            <a:ext cx="246253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de-DE" sz="3400" b="1" dirty="0">
                <a:solidFill>
                  <a:schemeClr val="bg1"/>
                </a:solidFill>
              </a:rPr>
              <a:t>빠른 도움말</a:t>
            </a:r>
          </a:p>
          <a:p>
            <a:pPr algn="ctr"/>
            <a:r>
              <a:rPr lang="ko-KR" altLang="de-DE" sz="2400" b="1" dirty="0">
                <a:solidFill>
                  <a:schemeClr val="bg1"/>
                </a:solidFill>
              </a:rPr>
              <a:t>원격 제어</a:t>
            </a:r>
            <a:endParaRPr lang="de-DE" sz="2400" dirty="0">
              <a:solidFill>
                <a:schemeClr val="bg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49DF530-D019-CE65-028B-BC42B45B9427}"/>
              </a:ext>
            </a:extLst>
          </p:cNvPr>
          <p:cNvSpPr txBox="1"/>
          <p:nvPr/>
        </p:nvSpPr>
        <p:spPr>
          <a:xfrm>
            <a:off x="1635838" y="3029609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de-DE" dirty="0">
                <a:solidFill>
                  <a:schemeClr val="bg1"/>
                </a:solidFill>
              </a:rPr>
              <a:t>재생 중지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FC4AA8D-5F89-B6DF-12B1-F2B85DFD21A6}"/>
              </a:ext>
            </a:extLst>
          </p:cNvPr>
          <p:cNvSpPr txBox="1"/>
          <p:nvPr/>
        </p:nvSpPr>
        <p:spPr>
          <a:xfrm>
            <a:off x="3306555" y="3029609"/>
            <a:ext cx="1160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de-DE" dirty="0">
                <a:solidFill>
                  <a:schemeClr val="bg1"/>
                </a:solidFill>
              </a:rPr>
              <a:t>자막 선택</a:t>
            </a:r>
          </a:p>
          <a:p>
            <a:pPr algn="ctr"/>
            <a:r>
              <a:rPr lang="ko-KR" altLang="de-DE" dirty="0">
                <a:solidFill>
                  <a:schemeClr val="bg1">
                    <a:lumMod val="75000"/>
                  </a:schemeClr>
                </a:solidFill>
              </a:rPr>
              <a:t>자막 검색</a:t>
            </a:r>
            <a:endParaRPr lang="de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3DF3984-488F-340E-A4AD-73CAD3260131}"/>
              </a:ext>
            </a:extLst>
          </p:cNvPr>
          <p:cNvSpPr txBox="1"/>
          <p:nvPr/>
        </p:nvSpPr>
        <p:spPr>
          <a:xfrm>
            <a:off x="4697587" y="3029609"/>
            <a:ext cx="1675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de-DE" dirty="0">
                <a:solidFill>
                  <a:schemeClr val="bg1"/>
                </a:solidFill>
              </a:rPr>
              <a:t>오디오 스트림 </a:t>
            </a:r>
          </a:p>
          <a:p>
            <a:pPr algn="ctr"/>
            <a:r>
              <a:rPr lang="ko-KR" altLang="de-DE" dirty="0">
                <a:solidFill>
                  <a:schemeClr val="bg1"/>
                </a:solidFill>
              </a:rPr>
              <a:t>선택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F1AB752-B141-6FBC-B35F-040E2C32A773}"/>
              </a:ext>
            </a:extLst>
          </p:cNvPr>
          <p:cNvSpPr txBox="1"/>
          <p:nvPr/>
        </p:nvSpPr>
        <p:spPr>
          <a:xfrm>
            <a:off x="6361866" y="3029609"/>
            <a:ext cx="1675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de-DE" dirty="0">
                <a:solidFill>
                  <a:schemeClr val="bg1"/>
                </a:solidFill>
              </a:rPr>
              <a:t>토글 화면</a:t>
            </a:r>
            <a:endParaRPr lang="de-DE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de-DE" dirty="0">
                <a:solidFill>
                  <a:schemeClr val="bg1">
                    <a:lumMod val="75000"/>
                  </a:schemeClr>
                </a:solidFill>
              </a:rPr>
              <a:t>전체 화면 전환</a:t>
            </a:r>
            <a:endParaRPr lang="de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9A19888-9DF0-3D60-76A1-BC6F72D42666}"/>
              </a:ext>
            </a:extLst>
          </p:cNvPr>
          <p:cNvSpPr txBox="1"/>
          <p:nvPr/>
        </p:nvSpPr>
        <p:spPr>
          <a:xfrm>
            <a:off x="1641664" y="4227835"/>
            <a:ext cx="10518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de-DE" sz="1600" dirty="0">
                <a:solidFill>
                  <a:schemeClr val="bg1"/>
                </a:solidFill>
              </a:rPr>
              <a:t>이전 항목</a:t>
            </a:r>
          </a:p>
          <a:p>
            <a:pPr algn="ctr"/>
            <a:r>
              <a:rPr lang="ko-KR" altLang="de-DE" sz="1600" dirty="0">
                <a:solidFill>
                  <a:schemeClr val="bg1">
                    <a:lumMod val="75000"/>
                  </a:schemeClr>
                </a:solidFill>
              </a:rPr>
              <a:t>이전 장</a:t>
            </a:r>
            <a:endParaRPr lang="de-DE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A0E094C-E6DC-1FEB-4DF2-54C16E72E693}"/>
              </a:ext>
            </a:extLst>
          </p:cNvPr>
          <p:cNvSpPr txBox="1"/>
          <p:nvPr/>
        </p:nvSpPr>
        <p:spPr>
          <a:xfrm>
            <a:off x="2883101" y="4227835"/>
            <a:ext cx="10983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de-DE" sz="1600" dirty="0">
                <a:solidFill>
                  <a:schemeClr val="bg1"/>
                </a:solidFill>
              </a:rPr>
              <a:t>작은 걸음 </a:t>
            </a:r>
          </a:p>
          <a:p>
            <a:pPr algn="ctr"/>
            <a:r>
              <a:rPr lang="ko-KR" altLang="de-DE" sz="1600" dirty="0">
                <a:solidFill>
                  <a:schemeClr val="bg1"/>
                </a:solidFill>
              </a:rPr>
              <a:t>뒤로</a:t>
            </a:r>
            <a:endParaRPr lang="de-DE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de-DE" sz="1600" dirty="0">
                <a:solidFill>
                  <a:schemeClr val="bg1">
                    <a:lumMod val="75000"/>
                  </a:schemeClr>
                </a:solidFill>
              </a:rPr>
              <a:t>되감기</a:t>
            </a:r>
            <a:endParaRPr lang="de-DE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BF430FB-7F82-104D-B636-5575D3C2D64D}"/>
              </a:ext>
            </a:extLst>
          </p:cNvPr>
          <p:cNvSpPr txBox="1"/>
          <p:nvPr/>
        </p:nvSpPr>
        <p:spPr>
          <a:xfrm>
            <a:off x="3938450" y="4227837"/>
            <a:ext cx="15087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de-DE" sz="1600" dirty="0">
                <a:solidFill>
                  <a:schemeClr val="bg1"/>
                </a:solidFill>
              </a:rPr>
              <a:t>재생 일시 중지</a:t>
            </a:r>
          </a:p>
          <a:p>
            <a:pPr algn="ctr"/>
            <a:r>
              <a:rPr lang="ko-KR" altLang="de-DE" sz="1600" dirty="0">
                <a:solidFill>
                  <a:schemeClr val="bg1"/>
                </a:solidFill>
              </a:rPr>
              <a:t> 또는 </a:t>
            </a:r>
          </a:p>
          <a:p>
            <a:pPr algn="ctr"/>
            <a:r>
              <a:rPr lang="ko-KR" altLang="de-DE" sz="1600" dirty="0">
                <a:solidFill>
                  <a:schemeClr val="bg1"/>
                </a:solidFill>
              </a:rPr>
              <a:t>일시 중지 해제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C57BBB4-F5AC-34B4-986A-03D5A4CFCB1C}"/>
              </a:ext>
            </a:extLst>
          </p:cNvPr>
          <p:cNvSpPr txBox="1"/>
          <p:nvPr/>
        </p:nvSpPr>
        <p:spPr>
          <a:xfrm>
            <a:off x="5346337" y="4227835"/>
            <a:ext cx="13035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de-DE" sz="1600" dirty="0">
                <a:solidFill>
                  <a:schemeClr val="bg1"/>
                </a:solidFill>
              </a:rPr>
              <a:t>작은 발걸음 </a:t>
            </a:r>
          </a:p>
          <a:p>
            <a:pPr algn="ctr"/>
            <a:r>
              <a:rPr lang="ko-KR" altLang="de-DE" sz="1600" dirty="0">
                <a:solidFill>
                  <a:schemeClr val="bg1"/>
                </a:solidFill>
              </a:rPr>
              <a:t>전진 방향</a:t>
            </a:r>
            <a:endParaRPr lang="de-DE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de-DE" sz="1600" dirty="0">
                <a:solidFill>
                  <a:schemeClr val="bg1">
                    <a:lumMod val="75000"/>
                  </a:schemeClr>
                </a:solidFill>
              </a:rPr>
              <a:t>빨리 감기</a:t>
            </a:r>
            <a:endParaRPr lang="de-DE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BE98F27-0CE3-17B3-3FDF-CF3BE7A82DD6}"/>
              </a:ext>
            </a:extLst>
          </p:cNvPr>
          <p:cNvSpPr txBox="1"/>
          <p:nvPr/>
        </p:nvSpPr>
        <p:spPr>
          <a:xfrm>
            <a:off x="6765057" y="4227835"/>
            <a:ext cx="10518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de-DE" sz="1600" dirty="0">
                <a:solidFill>
                  <a:schemeClr val="bg1"/>
                </a:solidFill>
              </a:rPr>
              <a:t>다음 항목</a:t>
            </a:r>
          </a:p>
          <a:p>
            <a:pPr algn="ctr"/>
            <a:r>
              <a:rPr lang="ko-KR" altLang="de-DE" sz="1600" dirty="0">
                <a:solidFill>
                  <a:schemeClr val="bg1">
                    <a:lumMod val="75000"/>
                  </a:schemeClr>
                </a:solidFill>
              </a:rPr>
              <a:t>다음 장</a:t>
            </a:r>
            <a:endParaRPr lang="de-DE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9692075-39D5-E8DF-0031-393F869E3623}"/>
              </a:ext>
            </a:extLst>
          </p:cNvPr>
          <p:cNvSpPr txBox="1"/>
          <p:nvPr/>
        </p:nvSpPr>
        <p:spPr>
          <a:xfrm>
            <a:off x="1379377" y="5669051"/>
            <a:ext cx="930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de-DE" dirty="0">
                <a:solidFill>
                  <a:schemeClr val="bg1"/>
                </a:solidFill>
              </a:rPr>
              <a:t>홈 메뉴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EA79FA7-F874-9E6F-E36A-2DE75AAF7D85}"/>
              </a:ext>
            </a:extLst>
          </p:cNvPr>
          <p:cNvSpPr txBox="1"/>
          <p:nvPr/>
        </p:nvSpPr>
        <p:spPr>
          <a:xfrm>
            <a:off x="1304036" y="885238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de-DE" sz="1600" dirty="0">
                <a:solidFill>
                  <a:schemeClr val="bg1"/>
                </a:solidFill>
              </a:rPr>
              <a:t>돌아가기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16D1829-D287-43CA-2E29-22AA0F67B86E}"/>
              </a:ext>
            </a:extLst>
          </p:cNvPr>
          <p:cNvSpPr txBox="1"/>
          <p:nvPr/>
        </p:nvSpPr>
        <p:spPr>
          <a:xfrm>
            <a:off x="5571602" y="5669051"/>
            <a:ext cx="2571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de-DE" dirty="0">
                <a:solidFill>
                  <a:schemeClr val="bg1"/>
                </a:solidFill>
              </a:rPr>
              <a:t>정보 표시</a:t>
            </a:r>
          </a:p>
          <a:p>
            <a:r>
              <a:rPr lang="ko-KR" altLang="de-DE" dirty="0">
                <a:solidFill>
                  <a:schemeClr val="bg1">
                    <a:lumMod val="75000"/>
                  </a:schemeClr>
                </a:solidFill>
              </a:rPr>
              <a:t>코덱 정보 표시</a:t>
            </a:r>
            <a:endParaRPr lang="de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613F3A4-319B-FACD-AB2E-95B83F03DAF0}"/>
              </a:ext>
            </a:extLst>
          </p:cNvPr>
          <p:cNvSpPr txBox="1"/>
          <p:nvPr/>
        </p:nvSpPr>
        <p:spPr>
          <a:xfrm>
            <a:off x="5571602" y="8544611"/>
            <a:ext cx="2571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de-DE" dirty="0">
                <a:solidFill>
                  <a:schemeClr val="bg1"/>
                </a:solidFill>
              </a:rPr>
              <a:t>플레이어 컨트롤</a:t>
            </a:r>
            <a:r>
              <a:rPr lang="de-DE" altLang="ko-KR" dirty="0">
                <a:solidFill>
                  <a:schemeClr val="bg1"/>
                </a:solidFill>
              </a:rPr>
              <a:t>(</a:t>
            </a:r>
            <a:r>
              <a:rPr lang="de-DE" dirty="0">
                <a:solidFill>
                  <a:schemeClr val="bg1"/>
                </a:solidFill>
              </a:rPr>
              <a:t>OSD)</a:t>
            </a:r>
          </a:p>
          <a:p>
            <a:r>
              <a:rPr lang="ko-KR" altLang="de-DE" dirty="0">
                <a:solidFill>
                  <a:schemeClr val="bg1">
                    <a:lumMod val="75000"/>
                  </a:schemeClr>
                </a:solidFill>
              </a:rPr>
              <a:t>컨텍스트 메뉴</a:t>
            </a:r>
            <a:endParaRPr lang="de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09ECEFD-F543-EEDE-0CC6-6E3C176885EE}"/>
              </a:ext>
            </a:extLst>
          </p:cNvPr>
          <p:cNvSpPr txBox="1"/>
          <p:nvPr/>
        </p:nvSpPr>
        <p:spPr>
          <a:xfrm>
            <a:off x="1889859" y="1034105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ko-KR" altLang="de-DE" sz="1800" dirty="0"/>
              <a:t>음악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BD737C4-94B9-F5F6-D6CA-814058368BC4}"/>
              </a:ext>
            </a:extLst>
          </p:cNvPr>
          <p:cNvSpPr txBox="1"/>
          <p:nvPr/>
        </p:nvSpPr>
        <p:spPr>
          <a:xfrm>
            <a:off x="3576361" y="1034105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ko-KR" altLang="de-DE" sz="1800" dirty="0"/>
              <a:t>영화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16897D1-EC3A-3EBA-8CB5-4A679A2EEAC5}"/>
              </a:ext>
            </a:extLst>
          </p:cNvPr>
          <p:cNvSpPr txBox="1"/>
          <p:nvPr/>
        </p:nvSpPr>
        <p:spPr>
          <a:xfrm>
            <a:off x="5176681" y="10341058"/>
            <a:ext cx="712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de-DE" sz="1800" dirty="0"/>
              <a:t>TV </a:t>
            </a:r>
            <a:r>
              <a:rPr lang="ko-KR" altLang="de-DE" sz="1800" dirty="0"/>
              <a:t>쇼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6F4F31E-0A51-C88F-56D5-64573AEE53E8}"/>
              </a:ext>
            </a:extLst>
          </p:cNvPr>
          <p:cNvSpPr txBox="1"/>
          <p:nvPr/>
        </p:nvSpPr>
        <p:spPr>
          <a:xfrm>
            <a:off x="6876483" y="1034105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ko-KR" altLang="de-DE" sz="1800" dirty="0"/>
              <a:t>사진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7FCE52F-1B90-6EC9-B674-05535DF59D5B}"/>
              </a:ext>
            </a:extLst>
          </p:cNvPr>
          <p:cNvSpPr txBox="1"/>
          <p:nvPr/>
        </p:nvSpPr>
        <p:spPr>
          <a:xfrm>
            <a:off x="1585317" y="7251871"/>
            <a:ext cx="1462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de-DE" sz="1600" dirty="0">
                <a:solidFill>
                  <a:schemeClr val="bg1"/>
                </a:solidFill>
              </a:rPr>
              <a:t>왼쪽으로 이동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2FD9D4A-86A9-7E0B-5210-484050F8AF43}"/>
              </a:ext>
            </a:extLst>
          </p:cNvPr>
          <p:cNvSpPr txBox="1"/>
          <p:nvPr/>
        </p:nvSpPr>
        <p:spPr>
          <a:xfrm>
            <a:off x="4763865" y="7251871"/>
            <a:ext cx="16674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de-DE" sz="1600" dirty="0">
                <a:solidFill>
                  <a:schemeClr val="bg1"/>
                </a:solidFill>
              </a:rPr>
              <a:t>오른쪽으로 이동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6058F5F-77F3-0C90-FDBF-763640828AF1}"/>
              </a:ext>
            </a:extLst>
          </p:cNvPr>
          <p:cNvSpPr txBox="1"/>
          <p:nvPr/>
        </p:nvSpPr>
        <p:spPr>
          <a:xfrm>
            <a:off x="3375444" y="6114643"/>
            <a:ext cx="1051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de-DE" sz="1600" dirty="0">
                <a:solidFill>
                  <a:schemeClr val="bg1"/>
                </a:solidFill>
              </a:rPr>
              <a:t>위로 탐색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851E837-FDFF-1D30-405F-E31CF41AF65C}"/>
              </a:ext>
            </a:extLst>
          </p:cNvPr>
          <p:cNvSpPr txBox="1"/>
          <p:nvPr/>
        </p:nvSpPr>
        <p:spPr>
          <a:xfrm>
            <a:off x="3272852" y="8418484"/>
            <a:ext cx="1257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de-DE" sz="1600" dirty="0">
                <a:solidFill>
                  <a:schemeClr val="bg1"/>
                </a:solidFill>
              </a:rPr>
              <a:t>아래로 이동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340BA3B-DCB3-26BB-3F06-393461C8DBC4}"/>
              </a:ext>
            </a:extLst>
          </p:cNvPr>
          <p:cNvSpPr txBox="1"/>
          <p:nvPr/>
        </p:nvSpPr>
        <p:spPr>
          <a:xfrm>
            <a:off x="4358528" y="8063735"/>
            <a:ext cx="10518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de-DE" sz="1600" dirty="0">
                <a:solidFill>
                  <a:schemeClr val="bg1"/>
                </a:solidFill>
              </a:rPr>
              <a:t>선택 확인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6796433-BDC1-4B42-454A-935F6F6D773D}"/>
              </a:ext>
            </a:extLst>
          </p:cNvPr>
          <p:cNvSpPr txBox="1"/>
          <p:nvPr/>
        </p:nvSpPr>
        <p:spPr>
          <a:xfrm>
            <a:off x="3891735" y="10983077"/>
            <a:ext cx="18069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de-DE" sz="1600" dirty="0">
                <a:solidFill>
                  <a:schemeClr val="bg1"/>
                </a:solidFill>
              </a:rPr>
              <a:t>탭 </a:t>
            </a:r>
            <a:r>
              <a:rPr lang="ko-KR" altLang="de-DE" sz="1600" dirty="0">
                <a:solidFill>
                  <a:schemeClr val="bg1">
                    <a:lumMod val="75000"/>
                  </a:schemeClr>
                </a:solidFill>
              </a:rPr>
              <a:t>대 길 게 누르기</a:t>
            </a:r>
            <a:endParaRPr lang="de-DE" sz="1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441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A8F22-D890-762E-95D0-80D47B3B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4EE63C2F-6E23-751B-A331-AE969AB90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F3BEAE2D-1702-9A45-0C2C-4D1306D669BA}"/>
              </a:ext>
            </a:extLst>
          </p:cNvPr>
          <p:cNvSpPr txBox="1"/>
          <p:nvPr/>
        </p:nvSpPr>
        <p:spPr>
          <a:xfrm>
            <a:off x="8220287" y="218525"/>
            <a:ext cx="1178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>
                <a:solidFill>
                  <a:schemeClr val="bg1"/>
                </a:solidFill>
              </a:rPr>
              <a:t>French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5D3BA71-DCC2-6489-ADD5-BE157ADF7B27}"/>
              </a:ext>
            </a:extLst>
          </p:cNvPr>
          <p:cNvSpPr txBox="1"/>
          <p:nvPr/>
        </p:nvSpPr>
        <p:spPr>
          <a:xfrm>
            <a:off x="3494224" y="1499619"/>
            <a:ext cx="249779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AIDE RAPIDE</a:t>
            </a:r>
          </a:p>
          <a:p>
            <a:pPr algn="ctr"/>
            <a:r>
              <a:rPr lang="de-DE" sz="2400" b="1" dirty="0">
                <a:solidFill>
                  <a:schemeClr val="bg1"/>
                </a:solidFill>
              </a:rPr>
              <a:t>Télécommande</a:t>
            </a:r>
            <a:endParaRPr lang="de-DE" sz="2400" dirty="0">
              <a:solidFill>
                <a:schemeClr val="bg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C4A7C6D-1A0C-7365-EF1B-557C99467ADA}"/>
              </a:ext>
            </a:extLst>
          </p:cNvPr>
          <p:cNvSpPr txBox="1"/>
          <p:nvPr/>
        </p:nvSpPr>
        <p:spPr>
          <a:xfrm>
            <a:off x="1586169" y="3011229"/>
            <a:ext cx="125226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ARRÊTER LA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LECTURE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0D7768A-765F-1435-D803-9CC07B076BBF}"/>
              </a:ext>
            </a:extLst>
          </p:cNvPr>
          <p:cNvSpPr txBox="1"/>
          <p:nvPr/>
        </p:nvSpPr>
        <p:spPr>
          <a:xfrm>
            <a:off x="2628552" y="2964929"/>
            <a:ext cx="25167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bg1"/>
                </a:solidFill>
              </a:rPr>
              <a:t>SÉLECTIONNER LES</a:t>
            </a:r>
          </a:p>
          <a:p>
            <a:pPr algn="ctr"/>
            <a:r>
              <a:rPr lang="de-DE" sz="1400" dirty="0">
                <a:solidFill>
                  <a:schemeClr val="bg1"/>
                </a:solidFill>
              </a:rPr>
              <a:t>SOUS-TITRES</a:t>
            </a:r>
          </a:p>
          <a:p>
            <a:pPr algn="ctr"/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RECHERCHE DE</a:t>
            </a:r>
          </a:p>
          <a:p>
            <a:pPr algn="ctr"/>
            <a:r>
              <a:rPr lang="de-DE" sz="1400" dirty="0">
                <a:solidFill>
                  <a:schemeClr val="bg1">
                    <a:lumMod val="75000"/>
                  </a:schemeClr>
                </a:solidFill>
              </a:rPr>
              <a:t>SOUS-TITRES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D67CD46-8E84-408E-748C-799651FB49E2}"/>
              </a:ext>
            </a:extLst>
          </p:cNvPr>
          <p:cNvSpPr txBox="1"/>
          <p:nvPr/>
        </p:nvSpPr>
        <p:spPr>
          <a:xfrm>
            <a:off x="4782984" y="3011229"/>
            <a:ext cx="153753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SÉLECTIONNER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LA FLUX AUDIO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69F86B3-E32E-73A7-DF18-998CCF9B9C17}"/>
              </a:ext>
            </a:extLst>
          </p:cNvPr>
          <p:cNvSpPr txBox="1"/>
          <p:nvPr/>
        </p:nvSpPr>
        <p:spPr>
          <a:xfrm>
            <a:off x="6248274" y="3011229"/>
            <a:ext cx="190693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CHANGER D'ÉCRAN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PASSER EN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PLEIN ÉCRAN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1FC7761-36B7-525C-C4A1-ABF913C543A1}"/>
              </a:ext>
            </a:extLst>
          </p:cNvPr>
          <p:cNvSpPr txBox="1"/>
          <p:nvPr/>
        </p:nvSpPr>
        <p:spPr>
          <a:xfrm>
            <a:off x="1526839" y="4225424"/>
            <a:ext cx="1228863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ÉLÉMENT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PRÉCÉDENT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CHAPITRE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PRÉCÉDENT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0E97FCC-7A02-67AB-2E2F-547FB97CB359}"/>
              </a:ext>
            </a:extLst>
          </p:cNvPr>
          <p:cNvSpPr txBox="1"/>
          <p:nvPr/>
        </p:nvSpPr>
        <p:spPr>
          <a:xfrm>
            <a:off x="2726164" y="4225424"/>
            <a:ext cx="139653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PETIT PAS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EN ARRIÈRE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REMBOBINER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3161E29-5838-5547-3990-06495B137308}"/>
              </a:ext>
            </a:extLst>
          </p:cNvPr>
          <p:cNvSpPr txBox="1"/>
          <p:nvPr/>
        </p:nvSpPr>
        <p:spPr>
          <a:xfrm>
            <a:off x="3986281" y="4225424"/>
            <a:ext cx="1457450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PAUSE OU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REPRISE DE LA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LECTURE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0EAF3E0-7C06-8766-BE2E-30A1884F4F4A}"/>
              </a:ext>
            </a:extLst>
          </p:cNvPr>
          <p:cNvSpPr txBox="1"/>
          <p:nvPr/>
        </p:nvSpPr>
        <p:spPr>
          <a:xfrm>
            <a:off x="5450047" y="4225422"/>
            <a:ext cx="108510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PETIT PAS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EN AVANT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AVANCE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RAPIDE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F516513-46DC-5576-AD87-FB94018D271F}"/>
              </a:ext>
            </a:extLst>
          </p:cNvPr>
          <p:cNvSpPr txBox="1"/>
          <p:nvPr/>
        </p:nvSpPr>
        <p:spPr>
          <a:xfrm>
            <a:off x="6751047" y="4225424"/>
            <a:ext cx="106150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ÉLÉMENT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SUIVANT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CHAPITRE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SUIVANT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B462FCA-02B4-B0E9-D57A-57D0FBEE9BD4}"/>
              </a:ext>
            </a:extLst>
          </p:cNvPr>
          <p:cNvSpPr txBox="1"/>
          <p:nvPr/>
        </p:nvSpPr>
        <p:spPr>
          <a:xfrm>
            <a:off x="1278245" y="5648653"/>
            <a:ext cx="10431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ALLER AU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MENU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PRINCIPAL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5EAC83C-0A5D-9877-C8AF-394B1F907C3B}"/>
              </a:ext>
            </a:extLst>
          </p:cNvPr>
          <p:cNvSpPr txBox="1"/>
          <p:nvPr/>
        </p:nvSpPr>
        <p:spPr>
          <a:xfrm>
            <a:off x="1317038" y="8584388"/>
            <a:ext cx="1004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RE-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TOURNER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84869C1-0AC6-C7C4-6E14-888A89786B0A}"/>
              </a:ext>
            </a:extLst>
          </p:cNvPr>
          <p:cNvSpPr txBox="1"/>
          <p:nvPr/>
        </p:nvSpPr>
        <p:spPr>
          <a:xfrm>
            <a:off x="5543254" y="5672954"/>
            <a:ext cx="27631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MONTRER L'INFORMATION</a:t>
            </a:r>
          </a:p>
          <a:p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AFFICHER LES INFORMATIONS SUR LE CODEC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1F2425D-9DA9-64F2-8E81-D9807F4EA597}"/>
              </a:ext>
            </a:extLst>
          </p:cNvPr>
          <p:cNvSpPr txBox="1"/>
          <p:nvPr/>
        </p:nvSpPr>
        <p:spPr>
          <a:xfrm>
            <a:off x="5543254" y="8571204"/>
            <a:ext cx="2800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CONTRÔLES DU JOUEUR (OSD)</a:t>
            </a:r>
          </a:p>
          <a:p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MENU CONTEXTUEL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C336AD0-CAB0-574B-9D63-526690ABB720}"/>
              </a:ext>
            </a:extLst>
          </p:cNvPr>
          <p:cNvSpPr txBox="1"/>
          <p:nvPr/>
        </p:nvSpPr>
        <p:spPr>
          <a:xfrm>
            <a:off x="1674860" y="103316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MUSIQUE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A54A05A-CD39-2E8C-63BF-A44642526104}"/>
              </a:ext>
            </a:extLst>
          </p:cNvPr>
          <p:cNvSpPr txBox="1"/>
          <p:nvPr/>
        </p:nvSpPr>
        <p:spPr>
          <a:xfrm>
            <a:off x="3507679" y="10331604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FILMS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C635CBF-29D9-C57D-41C2-4766030D5D5A}"/>
              </a:ext>
            </a:extLst>
          </p:cNvPr>
          <p:cNvSpPr txBox="1"/>
          <p:nvPr/>
        </p:nvSpPr>
        <p:spPr>
          <a:xfrm>
            <a:off x="4992226" y="10331604"/>
            <a:ext cx="109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SÉRIES TV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FCC8118-DF65-729A-3D70-A135F8F44718}"/>
              </a:ext>
            </a:extLst>
          </p:cNvPr>
          <p:cNvSpPr txBox="1"/>
          <p:nvPr/>
        </p:nvSpPr>
        <p:spPr>
          <a:xfrm>
            <a:off x="6735452" y="10331604"/>
            <a:ext cx="932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IMAGES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7AFCBF3-3AA9-8516-532F-C55E88DE7F39}"/>
              </a:ext>
            </a:extLst>
          </p:cNvPr>
          <p:cNvSpPr txBox="1"/>
          <p:nvPr/>
        </p:nvSpPr>
        <p:spPr>
          <a:xfrm>
            <a:off x="1498866" y="7106959"/>
            <a:ext cx="1538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NAVIGUER VERS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LA GAUCHE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4B9A48A-1B1E-9C54-7B83-3D81DECFB30B}"/>
              </a:ext>
            </a:extLst>
          </p:cNvPr>
          <p:cNvSpPr txBox="1"/>
          <p:nvPr/>
        </p:nvSpPr>
        <p:spPr>
          <a:xfrm>
            <a:off x="4777171" y="7106959"/>
            <a:ext cx="1538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NAVIGUER VERS</a:t>
            </a:r>
          </a:p>
          <a:p>
            <a:r>
              <a:rPr lang="de-DE" sz="1600" dirty="0">
                <a:solidFill>
                  <a:schemeClr val="bg1"/>
                </a:solidFill>
              </a:rPr>
              <a:t>LA DROIT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4AD7514-098D-3AC1-B53C-2C7BF79733C0}"/>
              </a:ext>
            </a:extLst>
          </p:cNvPr>
          <p:cNvSpPr txBox="1"/>
          <p:nvPr/>
        </p:nvSpPr>
        <p:spPr>
          <a:xfrm>
            <a:off x="3129700" y="5911567"/>
            <a:ext cx="15853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NAVIGUER VERS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LE HAUT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3E4060B-A5B4-4158-352A-456BA90C1B7F}"/>
              </a:ext>
            </a:extLst>
          </p:cNvPr>
          <p:cNvSpPr txBox="1"/>
          <p:nvPr/>
        </p:nvSpPr>
        <p:spPr>
          <a:xfrm>
            <a:off x="3152944" y="8358822"/>
            <a:ext cx="1538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NAVIGUER VERS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LA BAS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06D3141-6128-C187-D0D6-DB724D6B6920}"/>
              </a:ext>
            </a:extLst>
          </p:cNvPr>
          <p:cNvSpPr txBox="1"/>
          <p:nvPr/>
        </p:nvSpPr>
        <p:spPr>
          <a:xfrm>
            <a:off x="4298273" y="7956503"/>
            <a:ext cx="112934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300" dirty="0">
                <a:solidFill>
                  <a:schemeClr val="bg1"/>
                </a:solidFill>
              </a:rPr>
              <a:t>CONFIRMER</a:t>
            </a:r>
          </a:p>
          <a:p>
            <a:r>
              <a:rPr lang="de-DE" sz="1300" dirty="0">
                <a:solidFill>
                  <a:schemeClr val="bg1"/>
                </a:solidFill>
              </a:rPr>
              <a:t>LA SÉLECTION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900C2DF-D139-7267-2EA5-DE44F544E527}"/>
              </a:ext>
            </a:extLst>
          </p:cNvPr>
          <p:cNvSpPr txBox="1"/>
          <p:nvPr/>
        </p:nvSpPr>
        <p:spPr>
          <a:xfrm>
            <a:off x="3718300" y="10970728"/>
            <a:ext cx="1849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TAP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vs. APPUI LONG</a:t>
            </a:r>
          </a:p>
        </p:txBody>
      </p:sp>
    </p:spTree>
    <p:extLst>
      <p:ext uri="{BB962C8B-B14F-4D97-AF65-F5344CB8AC3E}">
        <p14:creationId xmlns:p14="http://schemas.microsoft.com/office/powerpoint/2010/main" val="1233701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008DA-9502-5C57-BF2C-33F1C3E60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8CCDB3B9-CEA3-3B31-5BFA-25419AC4D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A1B51D7-9341-321F-8127-46CBBE097DB1}"/>
              </a:ext>
            </a:extLst>
          </p:cNvPr>
          <p:cNvSpPr txBox="1"/>
          <p:nvPr/>
        </p:nvSpPr>
        <p:spPr>
          <a:xfrm>
            <a:off x="8299555" y="255097"/>
            <a:ext cx="1086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>
                <a:solidFill>
                  <a:schemeClr val="bg1"/>
                </a:solidFill>
              </a:rPr>
              <a:t>Italian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F8F1DA5-88CF-8AAF-E60C-51E602A00E87}"/>
              </a:ext>
            </a:extLst>
          </p:cNvPr>
          <p:cNvSpPr txBox="1"/>
          <p:nvPr/>
        </p:nvSpPr>
        <p:spPr>
          <a:xfrm>
            <a:off x="3380271" y="1488345"/>
            <a:ext cx="287719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AIUTO RAPIDO</a:t>
            </a:r>
          </a:p>
          <a:p>
            <a:pPr algn="ctr"/>
            <a:r>
              <a:rPr lang="de-DE" sz="2400" b="1" dirty="0">
                <a:solidFill>
                  <a:schemeClr val="bg1"/>
                </a:solidFill>
              </a:rPr>
              <a:t>Telecomando</a:t>
            </a:r>
            <a:endParaRPr lang="de-DE" sz="2400" dirty="0">
              <a:solidFill>
                <a:schemeClr val="bg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6D96E10-5A74-A1C9-E3B0-DCBF8D7434A4}"/>
              </a:ext>
            </a:extLst>
          </p:cNvPr>
          <p:cNvSpPr txBox="1"/>
          <p:nvPr/>
        </p:nvSpPr>
        <p:spPr>
          <a:xfrm>
            <a:off x="1437447" y="2993262"/>
            <a:ext cx="159159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INTERROMPI LA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RIPRODUZIONE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E5AF805-66C9-B6D4-2F04-A342B8AD30EC}"/>
              </a:ext>
            </a:extLst>
          </p:cNvPr>
          <p:cNvSpPr txBox="1"/>
          <p:nvPr/>
        </p:nvSpPr>
        <p:spPr>
          <a:xfrm>
            <a:off x="2913494" y="2993262"/>
            <a:ext cx="195226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SELEZIONA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SOTTOTITOLI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CERCA SOTTOTITOLI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D5C0D4C-47C8-2D04-516B-C7878269EC2B}"/>
              </a:ext>
            </a:extLst>
          </p:cNvPr>
          <p:cNvSpPr txBox="1"/>
          <p:nvPr/>
        </p:nvSpPr>
        <p:spPr>
          <a:xfrm>
            <a:off x="4762013" y="2993262"/>
            <a:ext cx="159511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SELEZIONA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TRACCIA AUDIO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62B2AA1-AAFE-A7E0-47A5-4D8A13268A8B}"/>
              </a:ext>
            </a:extLst>
          </p:cNvPr>
          <p:cNvSpPr txBox="1"/>
          <p:nvPr/>
        </p:nvSpPr>
        <p:spPr>
          <a:xfrm>
            <a:off x="6269958" y="2993262"/>
            <a:ext cx="1871025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CAMBIA SCHERMO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PASSA A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SCHERMO INTERO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4842FB4-C889-D57E-3EA3-DEB9EE816E76}"/>
              </a:ext>
            </a:extLst>
          </p:cNvPr>
          <p:cNvSpPr txBox="1"/>
          <p:nvPr/>
        </p:nvSpPr>
        <p:spPr>
          <a:xfrm>
            <a:off x="1464824" y="4217181"/>
            <a:ext cx="133466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VAI AL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PRECEDENTE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CAPITOLO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PRECEDENTE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EE162D8-9A85-9BFC-590F-2AF9F3CC2C0B}"/>
              </a:ext>
            </a:extLst>
          </p:cNvPr>
          <p:cNvSpPr txBox="1"/>
          <p:nvPr/>
        </p:nvSpPr>
        <p:spPr>
          <a:xfrm>
            <a:off x="2669957" y="4217181"/>
            <a:ext cx="1574084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PICCOLO PASSO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INDIETRO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RIAVVOLGERE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29BB490-BA6A-F3F9-4BF1-82A1A1ABCF6E}"/>
              </a:ext>
            </a:extLst>
          </p:cNvPr>
          <p:cNvSpPr txBox="1"/>
          <p:nvPr/>
        </p:nvSpPr>
        <p:spPr>
          <a:xfrm>
            <a:off x="4237388" y="4217181"/>
            <a:ext cx="95891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GIOCA O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PAUSA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F70BAA9-9892-29E6-9EE4-F22741C9F0C9}"/>
              </a:ext>
            </a:extLst>
          </p:cNvPr>
          <p:cNvSpPr txBox="1"/>
          <p:nvPr/>
        </p:nvSpPr>
        <p:spPr>
          <a:xfrm>
            <a:off x="5195818" y="4217181"/>
            <a:ext cx="1575623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PICCOLO PASSO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AVANTI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AVANTI VELOCE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12AE7DB-71EF-C3EE-6587-4ED4C790E840}"/>
              </a:ext>
            </a:extLst>
          </p:cNvPr>
          <p:cNvSpPr txBox="1"/>
          <p:nvPr/>
        </p:nvSpPr>
        <p:spPr>
          <a:xfrm>
            <a:off x="6673786" y="4217181"/>
            <a:ext cx="127932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VAI AL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SUCCESSIVO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CAPITOLO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SUCCESSIVO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7997D99-A551-685C-0AB1-04D3BACFB4B7}"/>
              </a:ext>
            </a:extLst>
          </p:cNvPr>
          <p:cNvSpPr txBox="1"/>
          <p:nvPr/>
        </p:nvSpPr>
        <p:spPr>
          <a:xfrm>
            <a:off x="1380211" y="5638925"/>
            <a:ext cx="8867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VAI AL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MENU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PRINCI-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PALE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901DA90-15D0-8F19-E5F6-A04A96FC4A12}"/>
              </a:ext>
            </a:extLst>
          </p:cNvPr>
          <p:cNvSpPr txBox="1"/>
          <p:nvPr/>
        </p:nvSpPr>
        <p:spPr>
          <a:xfrm>
            <a:off x="1417209" y="8807630"/>
            <a:ext cx="849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TORNA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6810795-B5C4-CC45-5658-96F8E1CB7C12}"/>
              </a:ext>
            </a:extLst>
          </p:cNvPr>
          <p:cNvSpPr txBox="1"/>
          <p:nvPr/>
        </p:nvSpPr>
        <p:spPr>
          <a:xfrm>
            <a:off x="5596068" y="5620050"/>
            <a:ext cx="2586432" cy="1195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MOSTRA INFORMAZIONI</a:t>
            </a:r>
          </a:p>
          <a:p>
            <a:r>
              <a:rPr lang="de-DE" dirty="0">
                <a:solidFill>
                  <a:schemeClr val="bg1"/>
                </a:solidFill>
              </a:rPr>
              <a:t>MOSTRA LE </a:t>
            </a:r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INFORMAZIONI DEL CODEC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9BE3627-290F-2E28-4297-23B6CB9BF994}"/>
              </a:ext>
            </a:extLst>
          </p:cNvPr>
          <p:cNvSpPr txBox="1"/>
          <p:nvPr/>
        </p:nvSpPr>
        <p:spPr>
          <a:xfrm>
            <a:off x="5596068" y="8266027"/>
            <a:ext cx="2586432" cy="944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COMANDI DEL GIOCATORE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MENÙ CONTESTUALE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F0392CD-FB78-5292-BD47-AB2632A88B33}"/>
              </a:ext>
            </a:extLst>
          </p:cNvPr>
          <p:cNvSpPr txBox="1"/>
          <p:nvPr/>
        </p:nvSpPr>
        <p:spPr>
          <a:xfrm>
            <a:off x="1737097" y="10351141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MUSICA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AB192D-0544-5DC1-5A02-DDE4DE5E9BAE}"/>
              </a:ext>
            </a:extLst>
          </p:cNvPr>
          <p:cNvSpPr txBox="1"/>
          <p:nvPr/>
        </p:nvSpPr>
        <p:spPr>
          <a:xfrm>
            <a:off x="3568062" y="10351141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FILM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FBED772-A0B9-CFB8-CE5F-A76B031895B5}"/>
              </a:ext>
            </a:extLst>
          </p:cNvPr>
          <p:cNvSpPr txBox="1"/>
          <p:nvPr/>
        </p:nvSpPr>
        <p:spPr>
          <a:xfrm>
            <a:off x="5047445" y="10351141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SERIE TV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9DA7D5B-AC58-3E9D-73B8-5D6A580C8B44}"/>
              </a:ext>
            </a:extLst>
          </p:cNvPr>
          <p:cNvSpPr txBox="1"/>
          <p:nvPr/>
        </p:nvSpPr>
        <p:spPr>
          <a:xfrm>
            <a:off x="6616241" y="10351141"/>
            <a:ext cx="1178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IMMAGINI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180BA3D-6E82-BA23-563B-E7A384B7779E}"/>
              </a:ext>
            </a:extLst>
          </p:cNvPr>
          <p:cNvSpPr txBox="1"/>
          <p:nvPr/>
        </p:nvSpPr>
        <p:spPr>
          <a:xfrm>
            <a:off x="1900961" y="7113432"/>
            <a:ext cx="110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NAVIGA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A SINISTRA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52A6B00-14C2-F58D-4ECE-0B80A42F1B15}"/>
              </a:ext>
            </a:extLst>
          </p:cNvPr>
          <p:cNvSpPr txBox="1"/>
          <p:nvPr/>
        </p:nvSpPr>
        <p:spPr>
          <a:xfrm>
            <a:off x="4776860" y="7095595"/>
            <a:ext cx="998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NAVIGA</a:t>
            </a:r>
          </a:p>
          <a:p>
            <a:r>
              <a:rPr lang="de-DE" sz="1600" dirty="0">
                <a:solidFill>
                  <a:schemeClr val="bg1"/>
                </a:solidFill>
              </a:rPr>
              <a:t>A DESTRA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48AEB6B-BEA2-F2C7-B45D-DF0AE0147619}"/>
              </a:ext>
            </a:extLst>
          </p:cNvPr>
          <p:cNvSpPr txBox="1"/>
          <p:nvPr/>
        </p:nvSpPr>
        <p:spPr>
          <a:xfrm>
            <a:off x="3468582" y="5912988"/>
            <a:ext cx="844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NAVIGA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SU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13F5862-050D-CD03-024F-5FC2E6458344}"/>
              </a:ext>
            </a:extLst>
          </p:cNvPr>
          <p:cNvSpPr txBox="1"/>
          <p:nvPr/>
        </p:nvSpPr>
        <p:spPr>
          <a:xfrm>
            <a:off x="3484709" y="8352628"/>
            <a:ext cx="844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NAVIGA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GIÙ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A445B07-FD7B-C51E-CE41-D297C672F1E2}"/>
              </a:ext>
            </a:extLst>
          </p:cNvPr>
          <p:cNvSpPr txBox="1"/>
          <p:nvPr/>
        </p:nvSpPr>
        <p:spPr>
          <a:xfrm>
            <a:off x="4325487" y="8011091"/>
            <a:ext cx="1102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SELEZIONA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5B75AD5-B08E-5A45-EA8F-B1CCAE7EFF48}"/>
              </a:ext>
            </a:extLst>
          </p:cNvPr>
          <p:cNvSpPr txBox="1"/>
          <p:nvPr/>
        </p:nvSpPr>
        <p:spPr>
          <a:xfrm>
            <a:off x="3290327" y="10974701"/>
            <a:ext cx="3005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TOCCO CORTO </a:t>
            </a:r>
            <a:r>
              <a:rPr lang="de-DE" sz="1600" dirty="0">
                <a:solidFill>
                  <a:schemeClr val="bg2"/>
                </a:solidFill>
              </a:rPr>
              <a:t>vs.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LUNGU PRESSU</a:t>
            </a:r>
          </a:p>
        </p:txBody>
      </p:sp>
    </p:spTree>
    <p:extLst>
      <p:ext uri="{BB962C8B-B14F-4D97-AF65-F5344CB8AC3E}">
        <p14:creationId xmlns:p14="http://schemas.microsoft.com/office/powerpoint/2010/main" val="359704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13976-F750-4F45-7506-9322BF6BE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71A9FB72-7A70-67C1-22B4-8B73556C5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874BD86-B607-06BA-5591-0062D676DACF}"/>
              </a:ext>
            </a:extLst>
          </p:cNvPr>
          <p:cNvSpPr txBox="1"/>
          <p:nvPr/>
        </p:nvSpPr>
        <p:spPr>
          <a:xfrm>
            <a:off x="8220287" y="291993"/>
            <a:ext cx="1052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>
                <a:solidFill>
                  <a:schemeClr val="bg1"/>
                </a:solidFill>
              </a:rPr>
              <a:t>Dutch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1124FBE-9EB6-E0A3-F8CB-8F2C63C09E33}"/>
              </a:ext>
            </a:extLst>
          </p:cNvPr>
          <p:cNvSpPr txBox="1"/>
          <p:nvPr/>
        </p:nvSpPr>
        <p:spPr>
          <a:xfrm>
            <a:off x="3518774" y="1490222"/>
            <a:ext cx="2563651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SNELLE HULP</a:t>
            </a:r>
          </a:p>
          <a:p>
            <a:pPr algn="ctr"/>
            <a:r>
              <a:rPr lang="de-DE" sz="2400" b="1" dirty="0">
                <a:solidFill>
                  <a:schemeClr val="bg1"/>
                </a:solidFill>
              </a:rPr>
              <a:t>Afstandsbediening</a:t>
            </a:r>
            <a:endParaRPr lang="de-DE" sz="2400" dirty="0">
              <a:solidFill>
                <a:schemeClr val="bg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0CCC1A8-31ED-B407-9397-386871C7E9E9}"/>
              </a:ext>
            </a:extLst>
          </p:cNvPr>
          <p:cNvSpPr txBox="1"/>
          <p:nvPr/>
        </p:nvSpPr>
        <p:spPr>
          <a:xfrm>
            <a:off x="1700043" y="3001657"/>
            <a:ext cx="106324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AFSPELEN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STOPPEN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934CD78-CAB3-D68E-DBC0-46075E232FD3}"/>
              </a:ext>
            </a:extLst>
          </p:cNvPr>
          <p:cNvSpPr txBox="1"/>
          <p:nvPr/>
        </p:nvSpPr>
        <p:spPr>
          <a:xfrm>
            <a:off x="2945362" y="3001657"/>
            <a:ext cx="19032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KIES ONDERTITELS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ZOEK ONDERTITELS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2EB254A-12D8-1643-59A9-3539776901C4}"/>
              </a:ext>
            </a:extLst>
          </p:cNvPr>
          <p:cNvSpPr txBox="1"/>
          <p:nvPr/>
        </p:nvSpPr>
        <p:spPr>
          <a:xfrm>
            <a:off x="4792939" y="3001657"/>
            <a:ext cx="143045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KIES GELUIDS-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TRACK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65EB618-29E2-4713-CD7F-231B8891A521}"/>
              </a:ext>
            </a:extLst>
          </p:cNvPr>
          <p:cNvSpPr txBox="1"/>
          <p:nvPr/>
        </p:nvSpPr>
        <p:spPr>
          <a:xfrm>
            <a:off x="6088660" y="3001657"/>
            <a:ext cx="22413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SCHERM OMSCHAKELEN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VOLLEDIG SCHERM</a:t>
            </a:r>
          </a:p>
          <a:p>
            <a:pPr algn="ct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ACTIVEREN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7164E03-F7D9-7083-B741-56A3E93C8A79}"/>
              </a:ext>
            </a:extLst>
          </p:cNvPr>
          <p:cNvSpPr txBox="1"/>
          <p:nvPr/>
        </p:nvSpPr>
        <p:spPr>
          <a:xfrm>
            <a:off x="1426335" y="4237093"/>
            <a:ext cx="1366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GA NAAR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VORIGE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VORIG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HOOFDSTUK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6A9E824-33E7-4243-84F3-4D939B68206A}"/>
              </a:ext>
            </a:extLst>
          </p:cNvPr>
          <p:cNvSpPr txBox="1"/>
          <p:nvPr/>
        </p:nvSpPr>
        <p:spPr>
          <a:xfrm>
            <a:off x="2613322" y="4237093"/>
            <a:ext cx="1704441" cy="923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KLEINE STAP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TERUG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TERUGSPOELEN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506DD59-B76D-0614-803C-39D0DB4B0661}"/>
              </a:ext>
            </a:extLst>
          </p:cNvPr>
          <p:cNvSpPr txBox="1"/>
          <p:nvPr/>
        </p:nvSpPr>
        <p:spPr>
          <a:xfrm>
            <a:off x="4200437" y="4237093"/>
            <a:ext cx="1042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SPEEL OF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PAUZE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1B056C1-247E-85BD-3126-039F2D179E60}"/>
              </a:ext>
            </a:extLst>
          </p:cNvPr>
          <p:cNvSpPr txBox="1"/>
          <p:nvPr/>
        </p:nvSpPr>
        <p:spPr>
          <a:xfrm>
            <a:off x="5170690" y="4237093"/>
            <a:ext cx="1616819" cy="923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KLEINE STAP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VOORUIT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SNEL VOORUIT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F9355DE-A710-E546-C9A3-B03193990FE1}"/>
              </a:ext>
            </a:extLst>
          </p:cNvPr>
          <p:cNvSpPr txBox="1"/>
          <p:nvPr/>
        </p:nvSpPr>
        <p:spPr>
          <a:xfrm>
            <a:off x="6626977" y="4237093"/>
            <a:ext cx="13660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GA NAAR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VOLGENDE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VOLGEND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HOOFDSTUK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F7790F3-CFF5-104F-8632-9E92B0CB17C9}"/>
              </a:ext>
            </a:extLst>
          </p:cNvPr>
          <p:cNvSpPr txBox="1"/>
          <p:nvPr/>
        </p:nvSpPr>
        <p:spPr>
          <a:xfrm>
            <a:off x="1351728" y="5642512"/>
            <a:ext cx="9621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GA NAAR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HOOFD-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F8A83C4-CE20-DEFE-E766-1142F454926E}"/>
              </a:ext>
            </a:extLst>
          </p:cNvPr>
          <p:cNvSpPr txBox="1"/>
          <p:nvPr/>
        </p:nvSpPr>
        <p:spPr>
          <a:xfrm>
            <a:off x="1454481" y="8543642"/>
            <a:ext cx="827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GA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TERUG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228C70C-7398-0F1D-80E9-7A4A9D5E2133}"/>
              </a:ext>
            </a:extLst>
          </p:cNvPr>
          <p:cNvSpPr txBox="1"/>
          <p:nvPr/>
        </p:nvSpPr>
        <p:spPr>
          <a:xfrm>
            <a:off x="5565113" y="5642512"/>
            <a:ext cx="2741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TOON INFORMATIE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TOON CODEC-INFORMATIE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BB868E1-19CF-ADAD-CD8D-819E42AB0894}"/>
              </a:ext>
            </a:extLst>
          </p:cNvPr>
          <p:cNvSpPr txBox="1"/>
          <p:nvPr/>
        </p:nvSpPr>
        <p:spPr>
          <a:xfrm>
            <a:off x="5565113" y="8543642"/>
            <a:ext cx="2528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SPELERBEDIENING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CONTEXTMENU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F0CBBB8-3900-4CD5-982D-F64299707CE2}"/>
              </a:ext>
            </a:extLst>
          </p:cNvPr>
          <p:cNvSpPr txBox="1"/>
          <p:nvPr/>
        </p:nvSpPr>
        <p:spPr>
          <a:xfrm>
            <a:off x="1763203" y="10350385"/>
            <a:ext cx="926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MUZIEK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FD15159-879F-5F0E-4BF2-95F9F8252C95}"/>
              </a:ext>
            </a:extLst>
          </p:cNvPr>
          <p:cNvSpPr txBox="1"/>
          <p:nvPr/>
        </p:nvSpPr>
        <p:spPr>
          <a:xfrm>
            <a:off x="3511871" y="10350385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FILMS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F5A1F73-8E21-8D35-E091-2A84FB34413A}"/>
              </a:ext>
            </a:extLst>
          </p:cNvPr>
          <p:cNvSpPr txBox="1"/>
          <p:nvPr/>
        </p:nvSpPr>
        <p:spPr>
          <a:xfrm>
            <a:off x="4994260" y="10350385"/>
            <a:ext cx="109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TV SERIES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0714A80-9E9F-671C-568C-D9733538C969}"/>
              </a:ext>
            </a:extLst>
          </p:cNvPr>
          <p:cNvSpPr txBox="1"/>
          <p:nvPr/>
        </p:nvSpPr>
        <p:spPr>
          <a:xfrm>
            <a:off x="6761109" y="10350385"/>
            <a:ext cx="853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FOTO‘S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C3E834B-882A-A4F2-EA4C-0460AB01E3AC}"/>
              </a:ext>
            </a:extLst>
          </p:cNvPr>
          <p:cNvSpPr txBox="1"/>
          <p:nvPr/>
        </p:nvSpPr>
        <p:spPr>
          <a:xfrm>
            <a:off x="1961216" y="7112670"/>
            <a:ext cx="1039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NAVIGEER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LINKS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8445201-172F-5651-3434-E22AEA47CB50}"/>
              </a:ext>
            </a:extLst>
          </p:cNvPr>
          <p:cNvSpPr txBox="1"/>
          <p:nvPr/>
        </p:nvSpPr>
        <p:spPr>
          <a:xfrm>
            <a:off x="4777709" y="7091404"/>
            <a:ext cx="1039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NAVIGEER</a:t>
            </a:r>
          </a:p>
          <a:p>
            <a:r>
              <a:rPr lang="de-DE" sz="1600" dirty="0">
                <a:solidFill>
                  <a:schemeClr val="bg1"/>
                </a:solidFill>
              </a:rPr>
              <a:t>RECHTS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ABF9E16-BDE3-DBDD-F36E-25CB4EB51462}"/>
              </a:ext>
            </a:extLst>
          </p:cNvPr>
          <p:cNvSpPr txBox="1"/>
          <p:nvPr/>
        </p:nvSpPr>
        <p:spPr>
          <a:xfrm>
            <a:off x="3328476" y="5898466"/>
            <a:ext cx="11728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NAVIGEREN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OMHOOG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B9D3EEB-4FA9-F0CC-5C9F-6C712B52CFF1}"/>
              </a:ext>
            </a:extLst>
          </p:cNvPr>
          <p:cNvSpPr txBox="1"/>
          <p:nvPr/>
        </p:nvSpPr>
        <p:spPr>
          <a:xfrm>
            <a:off x="3341176" y="8339537"/>
            <a:ext cx="11728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NAVIGEREN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OMLAAG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2192E94-9FD9-176B-2AAB-E733FE423F52}"/>
              </a:ext>
            </a:extLst>
          </p:cNvPr>
          <p:cNvSpPr txBox="1"/>
          <p:nvPr/>
        </p:nvSpPr>
        <p:spPr>
          <a:xfrm>
            <a:off x="4289503" y="7970215"/>
            <a:ext cx="1090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</a:rPr>
              <a:t>SELECTI</a:t>
            </a:r>
          </a:p>
          <a:p>
            <a:r>
              <a:rPr lang="de-DE" sz="1400" dirty="0">
                <a:solidFill>
                  <a:schemeClr val="bg1"/>
                </a:solidFill>
              </a:rPr>
              <a:t>BEVESTIGEN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8772C31-6B35-5043-2761-F7A839BD6216}"/>
              </a:ext>
            </a:extLst>
          </p:cNvPr>
          <p:cNvSpPr txBox="1"/>
          <p:nvPr/>
        </p:nvSpPr>
        <p:spPr>
          <a:xfrm>
            <a:off x="3812889" y="10972824"/>
            <a:ext cx="17515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TIK vs.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LANG DRUK</a:t>
            </a:r>
          </a:p>
        </p:txBody>
      </p:sp>
    </p:spTree>
    <p:extLst>
      <p:ext uri="{BB962C8B-B14F-4D97-AF65-F5344CB8AC3E}">
        <p14:creationId xmlns:p14="http://schemas.microsoft.com/office/powerpoint/2010/main" val="915145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102A9-BA29-2154-A251-64E9A191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ACE5D14-6619-E267-A5BE-8D0E08E46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13" y="1485000"/>
            <a:ext cx="6839374" cy="98316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EBC6D70-4761-4E47-6C52-6125A70B8E90}"/>
              </a:ext>
            </a:extLst>
          </p:cNvPr>
          <p:cNvSpPr txBox="1"/>
          <p:nvPr/>
        </p:nvSpPr>
        <p:spPr>
          <a:xfrm>
            <a:off x="8220287" y="243867"/>
            <a:ext cx="10277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>
                <a:solidFill>
                  <a:schemeClr val="bg1"/>
                </a:solidFill>
              </a:rPr>
              <a:t>Czech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13F01E5-4E34-9494-2FD5-191346F8402D}"/>
              </a:ext>
            </a:extLst>
          </p:cNvPr>
          <p:cNvSpPr txBox="1"/>
          <p:nvPr/>
        </p:nvSpPr>
        <p:spPr>
          <a:xfrm>
            <a:off x="3241263" y="1485944"/>
            <a:ext cx="311867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RYCHLÁ POMOC</a:t>
            </a:r>
          </a:p>
          <a:p>
            <a:pPr algn="ctr"/>
            <a:r>
              <a:rPr lang="de-DE" sz="2400" b="1" dirty="0">
                <a:solidFill>
                  <a:schemeClr val="bg1"/>
                </a:solidFill>
              </a:rPr>
              <a:t>Dálkové ovládání</a:t>
            </a:r>
            <a:endParaRPr lang="de-DE" sz="2400" dirty="0">
              <a:solidFill>
                <a:schemeClr val="bg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65762BD-69A9-C135-4F16-D7D39D61B459}"/>
              </a:ext>
            </a:extLst>
          </p:cNvPr>
          <p:cNvSpPr txBox="1"/>
          <p:nvPr/>
        </p:nvSpPr>
        <p:spPr>
          <a:xfrm>
            <a:off x="1549295" y="2996013"/>
            <a:ext cx="132876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ZASTAVTE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PŘEHRÁVÁNÍ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2F6537A-37FF-1032-1435-5784C77F27B6}"/>
              </a:ext>
            </a:extLst>
          </p:cNvPr>
          <p:cNvSpPr txBox="1"/>
          <p:nvPr/>
        </p:nvSpPr>
        <p:spPr>
          <a:xfrm>
            <a:off x="3031612" y="2996013"/>
            <a:ext cx="17326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VYBERTE TITULKY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HLEDAT TITULKY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5597231-0CDF-D5D6-B425-39F6DED5CF72}"/>
              </a:ext>
            </a:extLst>
          </p:cNvPr>
          <p:cNvSpPr txBox="1"/>
          <p:nvPr/>
        </p:nvSpPr>
        <p:spPr>
          <a:xfrm>
            <a:off x="5014616" y="2996013"/>
            <a:ext cx="103509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ZVOLTE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ZVUKOVÁ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STOPA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42F03B8-3B7F-2CB5-3970-F1B2040C59D2}"/>
              </a:ext>
            </a:extLst>
          </p:cNvPr>
          <p:cNvSpPr txBox="1"/>
          <p:nvPr/>
        </p:nvSpPr>
        <p:spPr>
          <a:xfrm>
            <a:off x="5999395" y="2996013"/>
            <a:ext cx="2337178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PŘEPNOUT OBRAZOVKU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PŘEPNOU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NACELOU OBRAZOVKU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574D6D1-C2B4-804F-A294-F9A8D502EC45}"/>
              </a:ext>
            </a:extLst>
          </p:cNvPr>
          <p:cNvSpPr txBox="1"/>
          <p:nvPr/>
        </p:nvSpPr>
        <p:spPr>
          <a:xfrm>
            <a:off x="1521461" y="4218328"/>
            <a:ext cx="12639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PŘEJÍT NA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PŘEDCHOZÍ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PŘEDCHOZÍ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KAPITOLA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B7CA8A7-59BA-C856-F183-5E5F825BF4F6}"/>
              </a:ext>
            </a:extLst>
          </p:cNvPr>
          <p:cNvSpPr txBox="1"/>
          <p:nvPr/>
        </p:nvSpPr>
        <p:spPr>
          <a:xfrm>
            <a:off x="2782526" y="4218328"/>
            <a:ext cx="12744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MALÝ KROK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ZPĚT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PŘETOČIT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5E4E074-44B9-C37C-BAFC-ED5E45B4E94E}"/>
              </a:ext>
            </a:extLst>
          </p:cNvPr>
          <p:cNvSpPr txBox="1"/>
          <p:nvPr/>
        </p:nvSpPr>
        <p:spPr>
          <a:xfrm>
            <a:off x="4280594" y="4218328"/>
            <a:ext cx="8024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PLA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NEBO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PAUZA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7F59D6D-1A96-FDE2-B11F-413F21842032}"/>
              </a:ext>
            </a:extLst>
          </p:cNvPr>
          <p:cNvSpPr txBox="1"/>
          <p:nvPr/>
        </p:nvSpPr>
        <p:spPr>
          <a:xfrm>
            <a:off x="5203606" y="4218328"/>
            <a:ext cx="15715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MALÝ KROK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VPŘED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RYCHLE VPŘED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D8BBC10-D313-81DE-FBE2-57126130F61C}"/>
              </a:ext>
            </a:extLst>
          </p:cNvPr>
          <p:cNvSpPr txBox="1"/>
          <p:nvPr/>
        </p:nvSpPr>
        <p:spPr>
          <a:xfrm>
            <a:off x="6713888" y="4218328"/>
            <a:ext cx="11192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PŘEJÍT NA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DALŠÍ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DALŠÍ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KAPITOLA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A357461-8C16-251C-6F4D-084D7014F768}"/>
              </a:ext>
            </a:extLst>
          </p:cNvPr>
          <p:cNvSpPr txBox="1"/>
          <p:nvPr/>
        </p:nvSpPr>
        <p:spPr>
          <a:xfrm>
            <a:off x="1457335" y="5655406"/>
            <a:ext cx="790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HOME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6C1E2AB-6007-ABE8-4E9E-B4BDB30FD141}"/>
              </a:ext>
            </a:extLst>
          </p:cNvPr>
          <p:cNvSpPr txBox="1"/>
          <p:nvPr/>
        </p:nvSpPr>
        <p:spPr>
          <a:xfrm>
            <a:off x="1499602" y="8538648"/>
            <a:ext cx="737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JDĚTE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ZPĚT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3CDFE6C-F841-B427-6D30-0B666CC084D2}"/>
              </a:ext>
            </a:extLst>
          </p:cNvPr>
          <p:cNvSpPr txBox="1"/>
          <p:nvPr/>
        </p:nvSpPr>
        <p:spPr>
          <a:xfrm>
            <a:off x="5569002" y="5634140"/>
            <a:ext cx="2610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ZOBRAZIT INFORMACE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ZOBRAZIT INFORMACE O CODEC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4A6381C-5AFB-811F-D783-32480542242A}"/>
              </a:ext>
            </a:extLst>
          </p:cNvPr>
          <p:cNvSpPr txBox="1"/>
          <p:nvPr/>
        </p:nvSpPr>
        <p:spPr>
          <a:xfrm>
            <a:off x="5569002" y="8261649"/>
            <a:ext cx="2610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OVLÁDÁNÍ PŘEHRÁVAČE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KONTEXTOVÁ MENU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D8B4C43-094A-CCA5-C6A6-45FA532DAE87}"/>
              </a:ext>
            </a:extLst>
          </p:cNvPr>
          <p:cNvSpPr txBox="1"/>
          <p:nvPr/>
        </p:nvSpPr>
        <p:spPr>
          <a:xfrm>
            <a:off x="1792969" y="10344645"/>
            <a:ext cx="874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HUDBA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AE1FDB9-A99B-3060-B337-B995CF82C9E8}"/>
              </a:ext>
            </a:extLst>
          </p:cNvPr>
          <p:cNvSpPr txBox="1"/>
          <p:nvPr/>
        </p:nvSpPr>
        <p:spPr>
          <a:xfrm>
            <a:off x="3520272" y="10344645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FILMY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74DCC95-EA78-D6D7-155C-BB7AF94229EC}"/>
              </a:ext>
            </a:extLst>
          </p:cNvPr>
          <p:cNvSpPr txBox="1"/>
          <p:nvPr/>
        </p:nvSpPr>
        <p:spPr>
          <a:xfrm>
            <a:off x="5088060" y="10344645"/>
            <a:ext cx="90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SERIÁLY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62A7984-7BF0-79D9-BCED-70EF8EA1E839}"/>
              </a:ext>
            </a:extLst>
          </p:cNvPr>
          <p:cNvSpPr txBox="1"/>
          <p:nvPr/>
        </p:nvSpPr>
        <p:spPr>
          <a:xfrm>
            <a:off x="6676130" y="10344645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OBRÁZKY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7475A69-C744-5D0A-0474-0450FCF8D3B2}"/>
              </a:ext>
            </a:extLst>
          </p:cNvPr>
          <p:cNvSpPr txBox="1"/>
          <p:nvPr/>
        </p:nvSpPr>
        <p:spPr>
          <a:xfrm>
            <a:off x="1843360" y="7107447"/>
            <a:ext cx="1168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NAVIGOVAT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DOLEVA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639CC44-E0C6-D2F6-E5F3-475C47C43BE6}"/>
              </a:ext>
            </a:extLst>
          </p:cNvPr>
          <p:cNvSpPr txBox="1"/>
          <p:nvPr/>
        </p:nvSpPr>
        <p:spPr>
          <a:xfrm>
            <a:off x="4773092" y="7082176"/>
            <a:ext cx="1168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NAVIGOVAT</a:t>
            </a:r>
          </a:p>
          <a:p>
            <a:r>
              <a:rPr lang="de-DE" sz="1600" dirty="0">
                <a:solidFill>
                  <a:schemeClr val="bg1"/>
                </a:solidFill>
              </a:rPr>
              <a:t>DOPRAVA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F0F25ED-511E-D06A-E88E-25290DB9632A}"/>
              </a:ext>
            </a:extLst>
          </p:cNvPr>
          <p:cNvSpPr txBox="1"/>
          <p:nvPr/>
        </p:nvSpPr>
        <p:spPr>
          <a:xfrm>
            <a:off x="3313579" y="5904939"/>
            <a:ext cx="1168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NAVIGOVAT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NAHORU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0E967D3-91D7-3BDE-CE02-FC5809219A83}"/>
              </a:ext>
            </a:extLst>
          </p:cNvPr>
          <p:cNvSpPr txBox="1"/>
          <p:nvPr/>
        </p:nvSpPr>
        <p:spPr>
          <a:xfrm>
            <a:off x="3338980" y="8343782"/>
            <a:ext cx="1168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NAVIGOVAT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DOLŮ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DE430F5-98B7-7997-3BCE-5B3AD2CE4DA2}"/>
              </a:ext>
            </a:extLst>
          </p:cNvPr>
          <p:cNvSpPr txBox="1"/>
          <p:nvPr/>
        </p:nvSpPr>
        <p:spPr>
          <a:xfrm>
            <a:off x="4431951" y="7941576"/>
            <a:ext cx="107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POTVRĎTE</a:t>
            </a:r>
          </a:p>
          <a:p>
            <a:r>
              <a:rPr lang="de-DE" sz="1600" dirty="0">
                <a:solidFill>
                  <a:schemeClr val="bg1"/>
                </a:solidFill>
              </a:rPr>
              <a:t>VÝBĚR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4A1B066-96C2-B5CF-7414-9B1FEAE7F28C}"/>
              </a:ext>
            </a:extLst>
          </p:cNvPr>
          <p:cNvSpPr txBox="1"/>
          <p:nvPr/>
        </p:nvSpPr>
        <p:spPr>
          <a:xfrm>
            <a:off x="3717947" y="10973935"/>
            <a:ext cx="20052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TAP vs.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DLOUHÝ STISK</a:t>
            </a:r>
          </a:p>
        </p:txBody>
      </p:sp>
    </p:spTree>
    <p:extLst>
      <p:ext uri="{BB962C8B-B14F-4D97-AF65-F5344CB8AC3E}">
        <p14:creationId xmlns:p14="http://schemas.microsoft.com/office/powerpoint/2010/main" val="1137240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5CCD64-43EF-CAF9-74BC-D2016BF51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E795EF2-E8F5-550C-56AD-94A11C7EA5E4}"/>
              </a:ext>
            </a:extLst>
          </p:cNvPr>
          <p:cNvSpPr txBox="1"/>
          <p:nvPr/>
        </p:nvSpPr>
        <p:spPr>
          <a:xfrm>
            <a:off x="7928889" y="191452"/>
            <a:ext cx="15394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dirty="0">
                <a:solidFill>
                  <a:schemeClr val="bg1"/>
                </a:solidFill>
              </a:rPr>
              <a:t>Afrikaans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B6B6567-5050-6219-4F90-8DB5B00A1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596" y="1484922"/>
            <a:ext cx="6840000" cy="98325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ABBFB30-9DB2-E8D4-DE64-2013D0026086}"/>
              </a:ext>
            </a:extLst>
          </p:cNvPr>
          <p:cNvSpPr txBox="1"/>
          <p:nvPr/>
        </p:nvSpPr>
        <p:spPr>
          <a:xfrm>
            <a:off x="3401653" y="1488085"/>
            <a:ext cx="281679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VINNIGE HULP</a:t>
            </a:r>
          </a:p>
          <a:p>
            <a:pPr algn="ctr"/>
            <a:r>
              <a:rPr lang="de-DE" sz="2400">
                <a:solidFill>
                  <a:schemeClr val="bg1"/>
                </a:solidFill>
              </a:rPr>
              <a:t>Afstandbeheer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80C0E05-519B-DEF2-20F5-88F9DBB10B7E}"/>
              </a:ext>
            </a:extLst>
          </p:cNvPr>
          <p:cNvSpPr txBox="1"/>
          <p:nvPr/>
        </p:nvSpPr>
        <p:spPr>
          <a:xfrm>
            <a:off x="1450044" y="3025422"/>
            <a:ext cx="153439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STOP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TERUGSPELING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C98635C-C836-EF76-C25C-7056CBBC5FEF}"/>
              </a:ext>
            </a:extLst>
          </p:cNvPr>
          <p:cNvSpPr txBox="1"/>
          <p:nvPr/>
        </p:nvSpPr>
        <p:spPr>
          <a:xfrm>
            <a:off x="2868522" y="3025422"/>
            <a:ext cx="203645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KIES ONDERSKRIFTE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SOEK ONDERSKRIFTE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75DF1EB-3787-BB17-72CC-0A7782F187AE}"/>
              </a:ext>
            </a:extLst>
          </p:cNvPr>
          <p:cNvSpPr txBox="1"/>
          <p:nvPr/>
        </p:nvSpPr>
        <p:spPr>
          <a:xfrm>
            <a:off x="4814230" y="3025422"/>
            <a:ext cx="152567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KIES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KLANKSTROME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88BAA28-3D0C-6648-CF06-72EC38704880}"/>
              </a:ext>
            </a:extLst>
          </p:cNvPr>
          <p:cNvSpPr txBox="1"/>
          <p:nvPr/>
        </p:nvSpPr>
        <p:spPr>
          <a:xfrm>
            <a:off x="6269523" y="3025422"/>
            <a:ext cx="190821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WISSEL SKERM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WISSEL VOL SKERM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94875BB-4C70-D85C-FE54-57473E8D27AA}"/>
              </a:ext>
            </a:extLst>
          </p:cNvPr>
          <p:cNvSpPr txBox="1"/>
          <p:nvPr/>
        </p:nvSpPr>
        <p:spPr>
          <a:xfrm>
            <a:off x="1555880" y="4238140"/>
            <a:ext cx="116275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GAAN NA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VORIGE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VORIGE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HOOFSTUK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3F5B022-04F3-AA66-A245-B559E6523D9B}"/>
              </a:ext>
            </a:extLst>
          </p:cNvPr>
          <p:cNvSpPr txBox="1"/>
          <p:nvPr/>
        </p:nvSpPr>
        <p:spPr>
          <a:xfrm>
            <a:off x="2732142" y="4238140"/>
            <a:ext cx="1345240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BIETJIE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AGTERUIT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TERUGSPOEL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BA5E033-1428-ED17-14C8-546816C22250}"/>
              </a:ext>
            </a:extLst>
          </p:cNvPr>
          <p:cNvSpPr txBox="1"/>
          <p:nvPr/>
        </p:nvSpPr>
        <p:spPr>
          <a:xfrm>
            <a:off x="3967251" y="4238140"/>
            <a:ext cx="158408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ONDERBREK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OF HET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TERUGSPELING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F2DBD54-6612-F410-83D2-1C8A119ACEBF}"/>
              </a:ext>
            </a:extLst>
          </p:cNvPr>
          <p:cNvSpPr txBox="1"/>
          <p:nvPr/>
        </p:nvSpPr>
        <p:spPr>
          <a:xfrm>
            <a:off x="5425342" y="4238140"/>
            <a:ext cx="116467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BIETJIE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VORENTOE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VINNIG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VORENTOE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5255F71-41DC-41FE-270C-419370E8899D}"/>
              </a:ext>
            </a:extLst>
          </p:cNvPr>
          <p:cNvSpPr txBox="1"/>
          <p:nvPr/>
        </p:nvSpPr>
        <p:spPr>
          <a:xfrm>
            <a:off x="6691214" y="4238140"/>
            <a:ext cx="116275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GAAN NA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VOLGENDE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VOLGENDE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HOOFSTUK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71CDE10-EA90-7D0F-408A-4F363C984730}"/>
              </a:ext>
            </a:extLst>
          </p:cNvPr>
          <p:cNvSpPr txBox="1"/>
          <p:nvPr/>
        </p:nvSpPr>
        <p:spPr>
          <a:xfrm>
            <a:off x="1383720" y="5634983"/>
            <a:ext cx="8733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GAAN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NA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HOIF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KIESLYS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0E3830A-14FC-E45E-D6A5-A0E6AB191CE3}"/>
              </a:ext>
            </a:extLst>
          </p:cNvPr>
          <p:cNvSpPr txBox="1"/>
          <p:nvPr/>
        </p:nvSpPr>
        <p:spPr>
          <a:xfrm>
            <a:off x="1429630" y="8543117"/>
            <a:ext cx="827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GAAN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TERUG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2831926-74E3-93E5-FDC7-9D33D43590BB}"/>
              </a:ext>
            </a:extLst>
          </p:cNvPr>
          <p:cNvSpPr txBox="1"/>
          <p:nvPr/>
        </p:nvSpPr>
        <p:spPr>
          <a:xfrm>
            <a:off x="5567546" y="5634983"/>
            <a:ext cx="2633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WYS INLIGTING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WYS KODEK INLIGTING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8C3A124-CA76-C189-D2DA-1A84B6AE8168}"/>
              </a:ext>
            </a:extLst>
          </p:cNvPr>
          <p:cNvSpPr txBox="1"/>
          <p:nvPr/>
        </p:nvSpPr>
        <p:spPr>
          <a:xfrm>
            <a:off x="5567546" y="8543117"/>
            <a:ext cx="2633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TERUGSPELBEHEER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KONTEKSMENU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8C751D8-CB1B-D9DB-3539-0C9D5A62091E}"/>
              </a:ext>
            </a:extLst>
          </p:cNvPr>
          <p:cNvSpPr txBox="1"/>
          <p:nvPr/>
        </p:nvSpPr>
        <p:spPr>
          <a:xfrm>
            <a:off x="1768391" y="10348100"/>
            <a:ext cx="925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>
                <a:solidFill>
                  <a:schemeClr val="bg1"/>
                </a:solidFill>
              </a:rPr>
              <a:t>MUSIEK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B04B6DD-3BFD-8E19-2B5F-1719D8C1D6B5}"/>
              </a:ext>
            </a:extLst>
          </p:cNvPr>
          <p:cNvSpPr txBox="1"/>
          <p:nvPr/>
        </p:nvSpPr>
        <p:spPr>
          <a:xfrm>
            <a:off x="3497944" y="10348100"/>
            <a:ext cx="782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>
                <a:solidFill>
                  <a:schemeClr val="bg1"/>
                </a:solidFill>
              </a:rPr>
              <a:t>FLIEKS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A399BCB-1E9D-D42E-5485-9658183F6D7D}"/>
              </a:ext>
            </a:extLst>
          </p:cNvPr>
          <p:cNvSpPr txBox="1"/>
          <p:nvPr/>
        </p:nvSpPr>
        <p:spPr>
          <a:xfrm>
            <a:off x="4741963" y="10348100"/>
            <a:ext cx="1607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TV VERTONING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40467F9-A3F0-7E59-CA19-6953B39725E9}"/>
              </a:ext>
            </a:extLst>
          </p:cNvPr>
          <p:cNvSpPr txBox="1"/>
          <p:nvPr/>
        </p:nvSpPr>
        <p:spPr>
          <a:xfrm>
            <a:off x="6746994" y="10348100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>
                <a:solidFill>
                  <a:schemeClr val="bg1"/>
                </a:solidFill>
              </a:rPr>
              <a:t>PRENTE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9216E52-5AC2-5DF8-740C-22838E6BB5CF}"/>
              </a:ext>
            </a:extLst>
          </p:cNvPr>
          <p:cNvSpPr txBox="1"/>
          <p:nvPr/>
        </p:nvSpPr>
        <p:spPr>
          <a:xfrm>
            <a:off x="1990069" y="7115235"/>
            <a:ext cx="1039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NAVIGEER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LINKS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B9227F6-5795-510D-F05C-E0FE4825C075}"/>
              </a:ext>
            </a:extLst>
          </p:cNvPr>
          <p:cNvSpPr txBox="1"/>
          <p:nvPr/>
        </p:nvSpPr>
        <p:spPr>
          <a:xfrm>
            <a:off x="4759120" y="7115235"/>
            <a:ext cx="1039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NAVIGEER</a:t>
            </a:r>
          </a:p>
          <a:p>
            <a:r>
              <a:rPr lang="de-DE" sz="1600" dirty="0">
                <a:solidFill>
                  <a:schemeClr val="bg1"/>
                </a:solidFill>
              </a:rPr>
              <a:t>REGS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3B779AD-3280-FA8C-E7ED-0977F0F3A5BA}"/>
              </a:ext>
            </a:extLst>
          </p:cNvPr>
          <p:cNvSpPr txBox="1"/>
          <p:nvPr/>
        </p:nvSpPr>
        <p:spPr>
          <a:xfrm>
            <a:off x="3369295" y="5946971"/>
            <a:ext cx="1039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NAVIGEER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6F3DC72-560B-6681-18DA-8C9B690138EE}"/>
              </a:ext>
            </a:extLst>
          </p:cNvPr>
          <p:cNvSpPr txBox="1"/>
          <p:nvPr/>
        </p:nvSpPr>
        <p:spPr>
          <a:xfrm>
            <a:off x="3425398" y="8289041"/>
            <a:ext cx="9275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NAVIGEE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AF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846920B-0823-6241-A202-C64AE300DA5D}"/>
              </a:ext>
            </a:extLst>
          </p:cNvPr>
          <p:cNvSpPr txBox="1"/>
          <p:nvPr/>
        </p:nvSpPr>
        <p:spPr>
          <a:xfrm>
            <a:off x="4479865" y="7985711"/>
            <a:ext cx="536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KIES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080C9390-8853-1B44-4BAE-EEB6A7DCFF6F}"/>
              </a:ext>
            </a:extLst>
          </p:cNvPr>
          <p:cNvSpPr txBox="1"/>
          <p:nvPr/>
        </p:nvSpPr>
        <p:spPr>
          <a:xfrm>
            <a:off x="3395430" y="10968560"/>
            <a:ext cx="27654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TIK-AKSIE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vs. LANGDRUK-AKSIE</a:t>
            </a:r>
          </a:p>
        </p:txBody>
      </p:sp>
    </p:spTree>
    <p:extLst>
      <p:ext uri="{BB962C8B-B14F-4D97-AF65-F5344CB8AC3E}">
        <p14:creationId xmlns:p14="http://schemas.microsoft.com/office/powerpoint/2010/main" val="2124788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E0311-66E1-3FD4-0426-4CBDD2B3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F9EF572-BC3A-8ADF-9AC4-FF2A3B6D1E71}"/>
              </a:ext>
            </a:extLst>
          </p:cNvPr>
          <p:cNvSpPr txBox="1"/>
          <p:nvPr/>
        </p:nvSpPr>
        <p:spPr>
          <a:xfrm>
            <a:off x="7703188" y="211783"/>
            <a:ext cx="1865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200" dirty="0">
                <a:solidFill>
                  <a:schemeClr val="bg1"/>
                </a:solidFill>
              </a:rPr>
              <a:t>Romanian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D20CF92-41D2-FA41-A2EB-97077082E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596" y="1484922"/>
            <a:ext cx="6840000" cy="98325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1D993EE-0118-C08D-5F7C-2E402925050E}"/>
              </a:ext>
            </a:extLst>
          </p:cNvPr>
          <p:cNvSpPr txBox="1"/>
          <p:nvPr/>
        </p:nvSpPr>
        <p:spPr>
          <a:xfrm>
            <a:off x="3379691" y="1488085"/>
            <a:ext cx="286071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AJUTOR RAPID</a:t>
            </a:r>
          </a:p>
          <a:p>
            <a:pPr algn="ctr"/>
            <a:r>
              <a:rPr lang="de-DE" sz="2400">
                <a:solidFill>
                  <a:schemeClr val="bg1"/>
                </a:solidFill>
              </a:rPr>
              <a:t>Telecomandă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930E0DD-CAFB-A8F6-7D44-EF05CF044EDE}"/>
              </a:ext>
            </a:extLst>
          </p:cNvPr>
          <p:cNvSpPr txBox="1"/>
          <p:nvPr/>
        </p:nvSpPr>
        <p:spPr>
          <a:xfrm>
            <a:off x="1709313" y="2993523"/>
            <a:ext cx="101585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OPRIȚI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REDAREA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2DE4533-96F5-2065-E373-E6E087C6B4C3}"/>
              </a:ext>
            </a:extLst>
          </p:cNvPr>
          <p:cNvSpPr txBox="1"/>
          <p:nvPr/>
        </p:nvSpPr>
        <p:spPr>
          <a:xfrm>
            <a:off x="2774549" y="2993523"/>
            <a:ext cx="21990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SELECTAȚI SUBTITRARE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CĂUTAȚI SUBTITRARE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0D631DB-5EC5-E21D-159D-6F2BE8643BEC}"/>
              </a:ext>
            </a:extLst>
          </p:cNvPr>
          <p:cNvSpPr txBox="1"/>
          <p:nvPr/>
        </p:nvSpPr>
        <p:spPr>
          <a:xfrm>
            <a:off x="5014872" y="2993523"/>
            <a:ext cx="1061188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SELECTAȚI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FLUXURI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AUDIO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AB013D0-60B5-BBA3-9414-011278910D20}"/>
              </a:ext>
            </a:extLst>
          </p:cNvPr>
          <p:cNvSpPr txBox="1"/>
          <p:nvPr/>
        </p:nvSpPr>
        <p:spPr>
          <a:xfrm>
            <a:off x="6276108" y="2993523"/>
            <a:ext cx="1865511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COMUTARE ECRAN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COMUTARE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ECRAN COMPLET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4B7C359-E99E-4CAF-3B79-83109ECDED5C}"/>
              </a:ext>
            </a:extLst>
          </p:cNvPr>
          <p:cNvSpPr txBox="1"/>
          <p:nvPr/>
        </p:nvSpPr>
        <p:spPr>
          <a:xfrm>
            <a:off x="1530489" y="4238140"/>
            <a:ext cx="12135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MERGI LA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ANTERIOR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CAPITOLUL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ANTERIOR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9FC1CF1-19DB-4A8D-201D-003C6AC43B81}"/>
              </a:ext>
            </a:extLst>
          </p:cNvPr>
          <p:cNvSpPr txBox="1"/>
          <p:nvPr/>
        </p:nvSpPr>
        <p:spPr>
          <a:xfrm>
            <a:off x="2673065" y="4238140"/>
            <a:ext cx="1514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MIC ÎNAPOI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RAODI ÎNAPOI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5C27809-F7B9-4C84-C221-46E235193F91}"/>
              </a:ext>
            </a:extLst>
          </p:cNvPr>
          <p:cNvSpPr txBox="1"/>
          <p:nvPr/>
        </p:nvSpPr>
        <p:spPr>
          <a:xfrm>
            <a:off x="4077580" y="4238140"/>
            <a:ext cx="12364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PAUZĂ SAU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RELUARE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REDARE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465487C-B200-814B-7A9D-B1032266475B}"/>
              </a:ext>
            </a:extLst>
          </p:cNvPr>
          <p:cNvSpPr txBox="1"/>
          <p:nvPr/>
        </p:nvSpPr>
        <p:spPr>
          <a:xfrm>
            <a:off x="5189437" y="4238140"/>
            <a:ext cx="1585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MIC ÎNAINTE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RAPID ÎNAINTE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702C886-A4EA-B955-72AC-86EEDD9489E4}"/>
              </a:ext>
            </a:extLst>
          </p:cNvPr>
          <p:cNvSpPr txBox="1"/>
          <p:nvPr/>
        </p:nvSpPr>
        <p:spPr>
          <a:xfrm>
            <a:off x="6665822" y="4238140"/>
            <a:ext cx="12135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MERGI LA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URMĂTOR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CAPITOLUL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URMĂTOR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57FED4A-9549-A0A8-0658-F9E28DCCC8F7}"/>
              </a:ext>
            </a:extLst>
          </p:cNvPr>
          <p:cNvSpPr txBox="1"/>
          <p:nvPr/>
        </p:nvSpPr>
        <p:spPr>
          <a:xfrm>
            <a:off x="1280560" y="5634983"/>
            <a:ext cx="102970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500" dirty="0">
                <a:solidFill>
                  <a:schemeClr val="bg1"/>
                </a:solidFill>
              </a:rPr>
              <a:t>MERGI LA</a:t>
            </a:r>
          </a:p>
          <a:p>
            <a:pPr algn="r"/>
            <a:r>
              <a:rPr lang="de-DE" sz="1500" dirty="0">
                <a:solidFill>
                  <a:schemeClr val="bg1"/>
                </a:solidFill>
              </a:rPr>
              <a:t>MENIUL</a:t>
            </a:r>
          </a:p>
          <a:p>
            <a:pPr algn="r"/>
            <a:r>
              <a:rPr lang="de-DE" sz="1500" dirty="0">
                <a:solidFill>
                  <a:schemeClr val="bg1"/>
                </a:solidFill>
              </a:rPr>
              <a:t> PRINCIPAL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4AFC4BC-BE0D-6B0F-377B-A79D0190F9F6}"/>
              </a:ext>
            </a:extLst>
          </p:cNvPr>
          <p:cNvSpPr txBox="1"/>
          <p:nvPr/>
        </p:nvSpPr>
        <p:spPr>
          <a:xfrm>
            <a:off x="1305620" y="8532484"/>
            <a:ext cx="1015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MERGI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LA SPATE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E2AD47B-BCEC-B252-4C1C-3C51B6C076BC}"/>
              </a:ext>
            </a:extLst>
          </p:cNvPr>
          <p:cNvSpPr txBox="1"/>
          <p:nvPr/>
        </p:nvSpPr>
        <p:spPr>
          <a:xfrm>
            <a:off x="5567546" y="5634983"/>
            <a:ext cx="2633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AFIȘAȚI INFORMAȚII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AFIȘAȚI INFORMAȚII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DESPRE CODEC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377E32C-B22C-E6B7-A842-83428C0CE3BD}"/>
              </a:ext>
            </a:extLst>
          </p:cNvPr>
          <p:cNvSpPr txBox="1"/>
          <p:nvPr/>
        </p:nvSpPr>
        <p:spPr>
          <a:xfrm>
            <a:off x="5567545" y="8543117"/>
            <a:ext cx="294913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00" dirty="0">
                <a:solidFill>
                  <a:schemeClr val="bg1"/>
                </a:solidFill>
              </a:rPr>
              <a:t>COMENZI DE REDARE (OSD)</a:t>
            </a:r>
          </a:p>
          <a:p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MENIU CONTEXTUAL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69D583B-A28F-5BBE-91CA-A8187CBCAA85}"/>
              </a:ext>
            </a:extLst>
          </p:cNvPr>
          <p:cNvSpPr txBox="1"/>
          <p:nvPr/>
        </p:nvSpPr>
        <p:spPr>
          <a:xfrm>
            <a:off x="1741874" y="10348100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MUZICĂ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C2CB155-6AA4-FF86-6E2B-5473898C14DB}"/>
              </a:ext>
            </a:extLst>
          </p:cNvPr>
          <p:cNvSpPr txBox="1"/>
          <p:nvPr/>
        </p:nvSpPr>
        <p:spPr>
          <a:xfrm>
            <a:off x="3025333" y="10348100"/>
            <a:ext cx="1743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FILME ARTISTICE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3A72551-2AB0-207A-A46D-CA5EF228FD2C}"/>
              </a:ext>
            </a:extLst>
          </p:cNvPr>
          <p:cNvSpPr txBox="1"/>
          <p:nvPr/>
        </p:nvSpPr>
        <p:spPr>
          <a:xfrm>
            <a:off x="4808008" y="10348100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FILME SERIAL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6EAAE5E-0C2E-5D21-8984-55DF4BB8B2B1}"/>
              </a:ext>
            </a:extLst>
          </p:cNvPr>
          <p:cNvSpPr txBox="1"/>
          <p:nvPr/>
        </p:nvSpPr>
        <p:spPr>
          <a:xfrm>
            <a:off x="6707581" y="10348100"/>
            <a:ext cx="981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IMAGINI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5C8084C-8167-41B5-F144-E2D03516FFA6}"/>
              </a:ext>
            </a:extLst>
          </p:cNvPr>
          <p:cNvSpPr txBox="1"/>
          <p:nvPr/>
        </p:nvSpPr>
        <p:spPr>
          <a:xfrm>
            <a:off x="2050983" y="7115235"/>
            <a:ext cx="978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NAVIGAȚI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STÂNGA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4B92CAB-E3EE-A7CD-DB59-20790E989ACE}"/>
              </a:ext>
            </a:extLst>
          </p:cNvPr>
          <p:cNvSpPr txBox="1"/>
          <p:nvPr/>
        </p:nvSpPr>
        <p:spPr>
          <a:xfrm>
            <a:off x="4759120" y="7115235"/>
            <a:ext cx="1199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NAVIGAȚI</a:t>
            </a:r>
          </a:p>
          <a:p>
            <a:r>
              <a:rPr lang="de-DE" sz="1600" dirty="0">
                <a:solidFill>
                  <a:schemeClr val="bg1"/>
                </a:solidFill>
              </a:rPr>
              <a:t>LA DREAPTA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4943B33-05AA-FF9D-3C76-9B43BD8D843B}"/>
              </a:ext>
            </a:extLst>
          </p:cNvPr>
          <p:cNvSpPr txBox="1"/>
          <p:nvPr/>
        </p:nvSpPr>
        <p:spPr>
          <a:xfrm>
            <a:off x="3399752" y="5946971"/>
            <a:ext cx="978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NAVIGAȚI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ÎN SUS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D1028B0-D381-8C9C-1134-5C27277C99FE}"/>
              </a:ext>
            </a:extLst>
          </p:cNvPr>
          <p:cNvSpPr txBox="1"/>
          <p:nvPr/>
        </p:nvSpPr>
        <p:spPr>
          <a:xfrm>
            <a:off x="3399750" y="8289041"/>
            <a:ext cx="978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NAVIGAȚI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ÎN JOS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C898143-6391-2BA8-E35C-5B7F44119E91}"/>
              </a:ext>
            </a:extLst>
          </p:cNvPr>
          <p:cNvSpPr txBox="1"/>
          <p:nvPr/>
        </p:nvSpPr>
        <p:spPr>
          <a:xfrm>
            <a:off x="4416067" y="7985711"/>
            <a:ext cx="1012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SELECTAȚI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BC5A4AC-21F3-B57B-780E-EE0916766F18}"/>
              </a:ext>
            </a:extLst>
          </p:cNvPr>
          <p:cNvSpPr txBox="1"/>
          <p:nvPr/>
        </p:nvSpPr>
        <p:spPr>
          <a:xfrm>
            <a:off x="3415179" y="10968560"/>
            <a:ext cx="2725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ATINGERE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vs. APĂSARE LUNGĂ</a:t>
            </a:r>
          </a:p>
        </p:txBody>
      </p:sp>
    </p:spTree>
    <p:extLst>
      <p:ext uri="{BB962C8B-B14F-4D97-AF65-F5344CB8AC3E}">
        <p14:creationId xmlns:p14="http://schemas.microsoft.com/office/powerpoint/2010/main" val="3798512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4F81E4-C65D-B6DC-E05E-471BB808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52C4F73-3B00-D86B-38E9-46D1CEA9286D}"/>
              </a:ext>
            </a:extLst>
          </p:cNvPr>
          <p:cNvSpPr txBox="1"/>
          <p:nvPr/>
        </p:nvSpPr>
        <p:spPr>
          <a:xfrm>
            <a:off x="7881730" y="211783"/>
            <a:ext cx="1508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200" dirty="0">
                <a:solidFill>
                  <a:schemeClr val="bg1"/>
                </a:solidFill>
              </a:rPr>
              <a:t>Bosnian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909E886-79EB-53BF-B1E7-3CE700B03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596" y="1484922"/>
            <a:ext cx="6840000" cy="98325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937BF629-9EFB-2250-D3D6-343EF68A420D}"/>
              </a:ext>
            </a:extLst>
          </p:cNvPr>
          <p:cNvSpPr txBox="1"/>
          <p:nvPr/>
        </p:nvSpPr>
        <p:spPr>
          <a:xfrm>
            <a:off x="3426980" y="1488085"/>
            <a:ext cx="276614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BRZA POMOĆ</a:t>
            </a:r>
          </a:p>
          <a:p>
            <a:pPr algn="ctr"/>
            <a:r>
              <a:rPr lang="de-DE" sz="2400">
                <a:solidFill>
                  <a:schemeClr val="bg1"/>
                </a:solidFill>
              </a:rPr>
              <a:t>Daljinsko upravljanje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9CDDB73-FAFA-CB30-0C19-BF942019670F}"/>
              </a:ext>
            </a:extLst>
          </p:cNvPr>
          <p:cNvSpPr txBox="1"/>
          <p:nvPr/>
        </p:nvSpPr>
        <p:spPr>
          <a:xfrm>
            <a:off x="1454693" y="3011134"/>
            <a:ext cx="152509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STOP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REPRODUKCIJA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44DAC40-76CA-D001-885F-A1A284C9610C}"/>
              </a:ext>
            </a:extLst>
          </p:cNvPr>
          <p:cNvSpPr txBox="1"/>
          <p:nvPr/>
        </p:nvSpPr>
        <p:spPr>
          <a:xfrm>
            <a:off x="2895523" y="3011134"/>
            <a:ext cx="201420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ODABERITE TITLOVE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PRETRAŽITE TITLOVE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48D0C59-1FA4-8A69-1296-CE05CA25351F}"/>
              </a:ext>
            </a:extLst>
          </p:cNvPr>
          <p:cNvSpPr txBox="1"/>
          <p:nvPr/>
        </p:nvSpPr>
        <p:spPr>
          <a:xfrm>
            <a:off x="4909523" y="3011134"/>
            <a:ext cx="129381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ODABERITE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AUDIO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STREAMOVE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8E2D369-1890-6AE6-AF62-05535AEE3140}"/>
              </a:ext>
            </a:extLst>
          </p:cNvPr>
          <p:cNvSpPr txBox="1"/>
          <p:nvPr/>
        </p:nvSpPr>
        <p:spPr>
          <a:xfrm>
            <a:off x="6403237" y="3011134"/>
            <a:ext cx="158998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PREBACI EKRAN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PREBACI NA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CIJELI EKRAN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9017C9C-8F52-8DDA-589D-AA0F822193CB}"/>
              </a:ext>
            </a:extLst>
          </p:cNvPr>
          <p:cNvSpPr txBox="1"/>
          <p:nvPr/>
        </p:nvSpPr>
        <p:spPr>
          <a:xfrm>
            <a:off x="1425328" y="4209564"/>
            <a:ext cx="132760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IDI NA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PRETHODNO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PRETHODNO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POGLAVLJE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3789917-0344-2D73-7D17-B79AF6B15CD9}"/>
              </a:ext>
            </a:extLst>
          </p:cNvPr>
          <p:cNvSpPr txBox="1"/>
          <p:nvPr/>
        </p:nvSpPr>
        <p:spPr>
          <a:xfrm>
            <a:off x="2658630" y="4209564"/>
            <a:ext cx="1607235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MALO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UNAZAD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PREMOTAVANJE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37F0F22-A7EF-B854-FF16-9BD88BB36B80}"/>
              </a:ext>
            </a:extLst>
          </p:cNvPr>
          <p:cNvSpPr txBox="1"/>
          <p:nvPr/>
        </p:nvSpPr>
        <p:spPr>
          <a:xfrm>
            <a:off x="4037313" y="4209564"/>
            <a:ext cx="131696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PAUZIRAJ ILI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NASTAVI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REPRO-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DUKCIJA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580325F-6E78-7614-C3F5-724CFC994724}"/>
              </a:ext>
            </a:extLst>
          </p:cNvPr>
          <p:cNvSpPr txBox="1"/>
          <p:nvPr/>
        </p:nvSpPr>
        <p:spPr>
          <a:xfrm>
            <a:off x="5178665" y="4209564"/>
            <a:ext cx="160723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MALO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NAPRIJED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PREMOTAVANJE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NAPRIJED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454625F-87AC-8504-9D3C-B9B6D290370A}"/>
              </a:ext>
            </a:extLst>
          </p:cNvPr>
          <p:cNvSpPr txBox="1"/>
          <p:nvPr/>
        </p:nvSpPr>
        <p:spPr>
          <a:xfrm>
            <a:off x="6682718" y="4209564"/>
            <a:ext cx="117974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IDI NA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SLJEDEĆE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SLJEDEĆE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POGLAVLJE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B5EABB1-8923-D2B8-7E1D-150F78BE0237}"/>
              </a:ext>
            </a:extLst>
          </p:cNvPr>
          <p:cNvSpPr txBox="1"/>
          <p:nvPr/>
        </p:nvSpPr>
        <p:spPr>
          <a:xfrm>
            <a:off x="1410361" y="5649271"/>
            <a:ext cx="889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GLAVNI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MENI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9BF9B33-E2A1-572E-7A92-4DDEF87AD851}"/>
              </a:ext>
            </a:extLst>
          </p:cNvPr>
          <p:cNvSpPr txBox="1"/>
          <p:nvPr/>
        </p:nvSpPr>
        <p:spPr>
          <a:xfrm>
            <a:off x="1408406" y="8786008"/>
            <a:ext cx="848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NAZAD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8491F47-4710-315A-8593-D6E25CE69B63}"/>
              </a:ext>
            </a:extLst>
          </p:cNvPr>
          <p:cNvSpPr txBox="1"/>
          <p:nvPr/>
        </p:nvSpPr>
        <p:spPr>
          <a:xfrm>
            <a:off x="5567546" y="5634983"/>
            <a:ext cx="2633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PRIKAŽI INFORMACIJE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PRIKAŽI INFORMACIJE O KODEKU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895AF02-A558-09CC-272F-5600FD1281F6}"/>
              </a:ext>
            </a:extLst>
          </p:cNvPr>
          <p:cNvSpPr txBox="1"/>
          <p:nvPr/>
        </p:nvSpPr>
        <p:spPr>
          <a:xfrm>
            <a:off x="5567546" y="8271653"/>
            <a:ext cx="2633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KONTROLE REPRODUKCIJE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KONTEKTNI MENI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FEC5534-A138-0D9C-CEE5-10A16547D9DD}"/>
              </a:ext>
            </a:extLst>
          </p:cNvPr>
          <p:cNvSpPr txBox="1"/>
          <p:nvPr/>
        </p:nvSpPr>
        <p:spPr>
          <a:xfrm>
            <a:off x="1743477" y="10319524"/>
            <a:ext cx="947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MUZIKA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2514D35-3CDD-6F3C-24B4-773E8C465D00}"/>
              </a:ext>
            </a:extLst>
          </p:cNvPr>
          <p:cNvSpPr txBox="1"/>
          <p:nvPr/>
        </p:nvSpPr>
        <p:spPr>
          <a:xfrm>
            <a:off x="3406333" y="10319524"/>
            <a:ext cx="981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FILMOVI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6E9FD6E-58F6-62C1-3313-6A2117DEAEFE}"/>
              </a:ext>
            </a:extLst>
          </p:cNvPr>
          <p:cNvSpPr txBox="1"/>
          <p:nvPr/>
        </p:nvSpPr>
        <p:spPr>
          <a:xfrm>
            <a:off x="4993954" y="10319524"/>
            <a:ext cx="1067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TV SERIJE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7F33387-6E24-207F-5516-786F6584E98C}"/>
              </a:ext>
            </a:extLst>
          </p:cNvPr>
          <p:cNvSpPr txBox="1"/>
          <p:nvPr/>
        </p:nvSpPr>
        <p:spPr>
          <a:xfrm>
            <a:off x="6859031" y="10319524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SLIKE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5656F79-D4E3-BCC4-8878-5B0B1438F9D2}"/>
              </a:ext>
            </a:extLst>
          </p:cNvPr>
          <p:cNvSpPr txBox="1"/>
          <p:nvPr/>
        </p:nvSpPr>
        <p:spPr>
          <a:xfrm>
            <a:off x="1954098" y="7115235"/>
            <a:ext cx="1075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NAVIGIRAJ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LIJEVO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98C89CC-DD36-774B-FFAC-BDF194ED9AFB}"/>
              </a:ext>
            </a:extLst>
          </p:cNvPr>
          <p:cNvSpPr txBox="1"/>
          <p:nvPr/>
        </p:nvSpPr>
        <p:spPr>
          <a:xfrm>
            <a:off x="4759120" y="7115235"/>
            <a:ext cx="10757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NAVIGIRAJ</a:t>
            </a:r>
          </a:p>
          <a:p>
            <a:r>
              <a:rPr lang="de-DE" sz="1600" dirty="0">
                <a:solidFill>
                  <a:schemeClr val="bg1"/>
                </a:solidFill>
              </a:rPr>
              <a:t>DESNO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70E0EF4-B65E-31B4-29D1-02B8CE4F60DA}"/>
              </a:ext>
            </a:extLst>
          </p:cNvPr>
          <p:cNvSpPr txBox="1"/>
          <p:nvPr/>
        </p:nvSpPr>
        <p:spPr>
          <a:xfrm>
            <a:off x="3351308" y="5946971"/>
            <a:ext cx="10757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NAVIGIRAJ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GORE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30DDD86-E610-BF53-8D7C-00214613B86A}"/>
              </a:ext>
            </a:extLst>
          </p:cNvPr>
          <p:cNvSpPr txBox="1"/>
          <p:nvPr/>
        </p:nvSpPr>
        <p:spPr>
          <a:xfrm>
            <a:off x="3351307" y="8289041"/>
            <a:ext cx="10757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NAVIGIRAJ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DOLJE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3FA2644-3A2A-7723-BFE8-A988E56F2400}"/>
              </a:ext>
            </a:extLst>
          </p:cNvPr>
          <p:cNvSpPr txBox="1"/>
          <p:nvPr/>
        </p:nvSpPr>
        <p:spPr>
          <a:xfrm>
            <a:off x="4479865" y="7985711"/>
            <a:ext cx="9398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ODABERI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80C654EF-C42A-CA95-BD12-14615EE86A36}"/>
              </a:ext>
            </a:extLst>
          </p:cNvPr>
          <p:cNvSpPr txBox="1"/>
          <p:nvPr/>
        </p:nvSpPr>
        <p:spPr>
          <a:xfrm>
            <a:off x="3761267" y="10968560"/>
            <a:ext cx="2033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TAP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vs. DUGI PRITISAK</a:t>
            </a:r>
          </a:p>
        </p:txBody>
      </p:sp>
    </p:spTree>
    <p:extLst>
      <p:ext uri="{BB962C8B-B14F-4D97-AF65-F5344CB8AC3E}">
        <p14:creationId xmlns:p14="http://schemas.microsoft.com/office/powerpoint/2010/main" val="480843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42854-3171-1002-23B7-C0D70BF93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EA29E4B-9459-86A2-7A2F-5BAB4F7545FE}"/>
              </a:ext>
            </a:extLst>
          </p:cNvPr>
          <p:cNvSpPr txBox="1"/>
          <p:nvPr/>
        </p:nvSpPr>
        <p:spPr>
          <a:xfrm>
            <a:off x="7366172" y="211783"/>
            <a:ext cx="2026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200" dirty="0">
                <a:solidFill>
                  <a:schemeClr val="bg1"/>
                </a:solidFill>
              </a:rPr>
              <a:t>Indonesian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D6AFE2A-DE15-B89C-3A47-02275A7EE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596" y="1484922"/>
            <a:ext cx="6840000" cy="98325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58B80DC-B5EE-AD3F-A25B-02BC69907DD2}"/>
              </a:ext>
            </a:extLst>
          </p:cNvPr>
          <p:cNvSpPr txBox="1"/>
          <p:nvPr/>
        </p:nvSpPr>
        <p:spPr>
          <a:xfrm>
            <a:off x="3205829" y="1488085"/>
            <a:ext cx="32084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BANTUAN CEPAT</a:t>
            </a:r>
          </a:p>
          <a:p>
            <a:pPr algn="ctr"/>
            <a:r>
              <a:rPr lang="de-DE" sz="2400">
                <a:solidFill>
                  <a:schemeClr val="bg1"/>
                </a:solidFill>
              </a:rPr>
              <a:t>Pengendali jarak jauh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DB44652-F96B-511E-F895-AD4118B08138}"/>
              </a:ext>
            </a:extLst>
          </p:cNvPr>
          <p:cNvSpPr txBox="1"/>
          <p:nvPr/>
        </p:nvSpPr>
        <p:spPr>
          <a:xfrm>
            <a:off x="1527501" y="3025422"/>
            <a:ext cx="1379480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HENTIKAN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PEMUTARAN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ULANG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BCF4E04-7C77-2B7C-0745-C08F957E8D0E}"/>
              </a:ext>
            </a:extLst>
          </p:cNvPr>
          <p:cNvSpPr txBox="1"/>
          <p:nvPr/>
        </p:nvSpPr>
        <p:spPr>
          <a:xfrm>
            <a:off x="3124645" y="3025422"/>
            <a:ext cx="149880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PILIH SUBTITEL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CARI SUBTITEL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936FF39-1606-A5CE-1CC2-50D5DD0AFF4D}"/>
              </a:ext>
            </a:extLst>
          </p:cNvPr>
          <p:cNvSpPr txBox="1"/>
          <p:nvPr/>
        </p:nvSpPr>
        <p:spPr>
          <a:xfrm>
            <a:off x="4817703" y="3025422"/>
            <a:ext cx="139172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PILIH ALIRAN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AUDIO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BCB890E-2614-81A6-971F-C0F334C07869}"/>
              </a:ext>
            </a:extLst>
          </p:cNvPr>
          <p:cNvSpPr txBox="1"/>
          <p:nvPr/>
        </p:nvSpPr>
        <p:spPr>
          <a:xfrm>
            <a:off x="6187408" y="3025422"/>
            <a:ext cx="202164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GANTI LAYAR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GANTI LAYAR PENUH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1EFCE45-1592-B6E7-9460-7076A045F011}"/>
              </a:ext>
            </a:extLst>
          </p:cNvPr>
          <p:cNvSpPr txBox="1"/>
          <p:nvPr/>
        </p:nvSpPr>
        <p:spPr>
          <a:xfrm>
            <a:off x="1424607" y="4238140"/>
            <a:ext cx="1383712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KE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SEBELUMNYA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BAB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SEBELUMNYA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93F35BB-2892-2A6A-B4EC-C58DA671F930}"/>
              </a:ext>
            </a:extLst>
          </p:cNvPr>
          <p:cNvSpPr txBox="1"/>
          <p:nvPr/>
        </p:nvSpPr>
        <p:spPr>
          <a:xfrm>
            <a:off x="2701951" y="4238140"/>
            <a:ext cx="145642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PUTAR ULANG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KECIL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PUTAR ULANG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CEPAT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3E5E38A-6FE0-6231-2049-A11D0B106B22}"/>
              </a:ext>
            </a:extLst>
          </p:cNvPr>
          <p:cNvSpPr txBox="1"/>
          <p:nvPr/>
        </p:nvSpPr>
        <p:spPr>
          <a:xfrm>
            <a:off x="4042474" y="4238140"/>
            <a:ext cx="132978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JEDA ATAU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BATALKAN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JEDA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PEMUTARAN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24E9A1A-6F99-3A5F-D6C2-4D39524D3B0E}"/>
              </a:ext>
            </a:extLst>
          </p:cNvPr>
          <p:cNvSpPr txBox="1"/>
          <p:nvPr/>
        </p:nvSpPr>
        <p:spPr>
          <a:xfrm>
            <a:off x="5336239" y="4238140"/>
            <a:ext cx="129208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MAJU KECIL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MAJU CEPAT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97BF82A-AF8B-A1A8-3E03-81CB915EC21A}"/>
              </a:ext>
            </a:extLst>
          </p:cNvPr>
          <p:cNvSpPr txBox="1"/>
          <p:nvPr/>
        </p:nvSpPr>
        <p:spPr>
          <a:xfrm>
            <a:off x="6624817" y="4238140"/>
            <a:ext cx="129554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LANJUT KE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BERIKUTNYA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BAB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BERIKUTNYA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A4EC626-E682-7E88-28BB-6C5093F0AC15}"/>
              </a:ext>
            </a:extLst>
          </p:cNvPr>
          <p:cNvSpPr txBox="1"/>
          <p:nvPr/>
        </p:nvSpPr>
        <p:spPr>
          <a:xfrm>
            <a:off x="1390648" y="5658133"/>
            <a:ext cx="889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MENU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UTAMA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F4257C1-BBAE-E16F-6397-6AC31E0BAD4B}"/>
              </a:ext>
            </a:extLst>
          </p:cNvPr>
          <p:cNvSpPr txBox="1"/>
          <p:nvPr/>
        </p:nvSpPr>
        <p:spPr>
          <a:xfrm>
            <a:off x="1289181" y="8816151"/>
            <a:ext cx="1025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KEMBALI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1926898-04C4-D17A-B21C-FF785D992E70}"/>
              </a:ext>
            </a:extLst>
          </p:cNvPr>
          <p:cNvSpPr txBox="1"/>
          <p:nvPr/>
        </p:nvSpPr>
        <p:spPr>
          <a:xfrm>
            <a:off x="5567546" y="5634983"/>
            <a:ext cx="2633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TAMPILKAN INFORMASI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TAMPILKAN INFORMASI CODEC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3122412-F772-89B5-373B-EDA3E39C8DF5}"/>
              </a:ext>
            </a:extLst>
          </p:cNvPr>
          <p:cNvSpPr txBox="1"/>
          <p:nvPr/>
        </p:nvSpPr>
        <p:spPr>
          <a:xfrm>
            <a:off x="5567546" y="8265323"/>
            <a:ext cx="2633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KONTROL PEMUTARAN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MENU KONTEKS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0D73D8D-B4C9-E12F-9FEE-F78F93CCD28A}"/>
              </a:ext>
            </a:extLst>
          </p:cNvPr>
          <p:cNvSpPr txBox="1"/>
          <p:nvPr/>
        </p:nvSpPr>
        <p:spPr>
          <a:xfrm>
            <a:off x="1809200" y="10348100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MUSIK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5211E90-B107-B609-B6BE-4E22AE24E924}"/>
              </a:ext>
            </a:extLst>
          </p:cNvPr>
          <p:cNvSpPr txBox="1"/>
          <p:nvPr/>
        </p:nvSpPr>
        <p:spPr>
          <a:xfrm>
            <a:off x="3575644" y="10348100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FILM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61E468E-7775-5E36-3D7F-4E583E812628}"/>
              </a:ext>
            </a:extLst>
          </p:cNvPr>
          <p:cNvSpPr txBox="1"/>
          <p:nvPr/>
        </p:nvSpPr>
        <p:spPr>
          <a:xfrm>
            <a:off x="4964331" y="10348100"/>
            <a:ext cx="1127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ACARA TV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468ADB3-17DF-EEB4-6F0E-A7B8E0143E1C}"/>
              </a:ext>
            </a:extLst>
          </p:cNvPr>
          <p:cNvSpPr txBox="1"/>
          <p:nvPr/>
        </p:nvSpPr>
        <p:spPr>
          <a:xfrm>
            <a:off x="6852010" y="10348100"/>
            <a:ext cx="692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FOTO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042F900-00A9-6933-5FC3-70BECA3EB2EE}"/>
              </a:ext>
            </a:extLst>
          </p:cNvPr>
          <p:cNvSpPr txBox="1"/>
          <p:nvPr/>
        </p:nvSpPr>
        <p:spPr>
          <a:xfrm>
            <a:off x="2039762" y="7115235"/>
            <a:ext cx="990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NAVIGASI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KE KIRI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FE14B5E-AABD-49A7-75CE-15B9246777D9}"/>
              </a:ext>
            </a:extLst>
          </p:cNvPr>
          <p:cNvSpPr txBox="1"/>
          <p:nvPr/>
        </p:nvSpPr>
        <p:spPr>
          <a:xfrm>
            <a:off x="4759120" y="7115235"/>
            <a:ext cx="10502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NAVIGASI</a:t>
            </a:r>
          </a:p>
          <a:p>
            <a:r>
              <a:rPr lang="de-DE" sz="1600" dirty="0">
                <a:solidFill>
                  <a:schemeClr val="bg1"/>
                </a:solidFill>
              </a:rPr>
              <a:t>KE KANAN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F3C4232-27E1-B8C4-86E6-69A0CBC93907}"/>
              </a:ext>
            </a:extLst>
          </p:cNvPr>
          <p:cNvSpPr txBox="1"/>
          <p:nvPr/>
        </p:nvSpPr>
        <p:spPr>
          <a:xfrm>
            <a:off x="3394141" y="5946971"/>
            <a:ext cx="990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NAVIGASI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KE ATAS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D7AB987D-8016-9655-AD59-966BAB311547}"/>
              </a:ext>
            </a:extLst>
          </p:cNvPr>
          <p:cNvSpPr txBox="1"/>
          <p:nvPr/>
        </p:nvSpPr>
        <p:spPr>
          <a:xfrm>
            <a:off x="3348840" y="8289041"/>
            <a:ext cx="1080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NAVIGASI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KE BAWAH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1414171-6B6E-234A-D8F9-A670D407B44E}"/>
              </a:ext>
            </a:extLst>
          </p:cNvPr>
          <p:cNvSpPr txBox="1"/>
          <p:nvPr/>
        </p:nvSpPr>
        <p:spPr>
          <a:xfrm>
            <a:off x="4479865" y="7985711"/>
            <a:ext cx="9525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MEMILIH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9724F47-094D-1CDC-F10A-87FA1905CF78}"/>
              </a:ext>
            </a:extLst>
          </p:cNvPr>
          <p:cNvSpPr txBox="1"/>
          <p:nvPr/>
        </p:nvSpPr>
        <p:spPr>
          <a:xfrm>
            <a:off x="3285432" y="10968560"/>
            <a:ext cx="2985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AKSI KETUK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vs. AKSI TEKAN LAMA</a:t>
            </a:r>
          </a:p>
        </p:txBody>
      </p:sp>
    </p:spTree>
    <p:extLst>
      <p:ext uri="{BB962C8B-B14F-4D97-AF65-F5344CB8AC3E}">
        <p14:creationId xmlns:p14="http://schemas.microsoft.com/office/powerpoint/2010/main" val="1413357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0BE34-EF5E-ED89-E6BF-B4D847C26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66E8524-DD64-9BA7-636A-793E17A078C5}"/>
              </a:ext>
            </a:extLst>
          </p:cNvPr>
          <p:cNvSpPr txBox="1"/>
          <p:nvPr/>
        </p:nvSpPr>
        <p:spPr>
          <a:xfrm>
            <a:off x="7571678" y="211783"/>
            <a:ext cx="1615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200" dirty="0">
                <a:solidFill>
                  <a:schemeClr val="bg1"/>
                </a:solidFill>
              </a:rPr>
              <a:t>Estonian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40A2126-6A30-D873-5517-B48BE9DF0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596" y="1484922"/>
            <a:ext cx="6840000" cy="98325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CC6DB1C-258B-139B-9B82-79A326D22143}"/>
              </a:ext>
            </a:extLst>
          </p:cNvPr>
          <p:cNvSpPr txBox="1"/>
          <p:nvPr/>
        </p:nvSpPr>
        <p:spPr>
          <a:xfrm>
            <a:off x="3813624" y="1488085"/>
            <a:ext cx="199285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KIIRE ABI</a:t>
            </a:r>
          </a:p>
          <a:p>
            <a:pPr algn="ctr"/>
            <a:r>
              <a:rPr lang="de-DE" sz="2400">
                <a:solidFill>
                  <a:schemeClr val="bg1"/>
                </a:solidFill>
              </a:rPr>
              <a:t>Kaugjuhtimine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1A40A66-E886-2FDC-2D60-F9F01E79E40E}"/>
              </a:ext>
            </a:extLst>
          </p:cNvPr>
          <p:cNvSpPr txBox="1"/>
          <p:nvPr/>
        </p:nvSpPr>
        <p:spPr>
          <a:xfrm>
            <a:off x="1528655" y="3025422"/>
            <a:ext cx="137717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PEATA ESITUS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7AE0C9B-6C44-7A9B-8A50-C817414A0CDE}"/>
              </a:ext>
            </a:extLst>
          </p:cNvPr>
          <p:cNvSpPr txBox="1"/>
          <p:nvPr/>
        </p:nvSpPr>
        <p:spPr>
          <a:xfrm>
            <a:off x="3067995" y="3025422"/>
            <a:ext cx="161210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VALI SUBTIITRID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OTSI SUBTIITRID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DDA245A-8E02-1F27-9AC2-D474F3E375E7}"/>
              </a:ext>
            </a:extLst>
          </p:cNvPr>
          <p:cNvSpPr txBox="1"/>
          <p:nvPr/>
        </p:nvSpPr>
        <p:spPr>
          <a:xfrm>
            <a:off x="4737682" y="3025422"/>
            <a:ext cx="155177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VALI HELIVOOD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998C754-B907-EEB2-F346-090DB294F7FA}"/>
              </a:ext>
            </a:extLst>
          </p:cNvPr>
          <p:cNvSpPr txBox="1"/>
          <p:nvPr/>
        </p:nvSpPr>
        <p:spPr>
          <a:xfrm>
            <a:off x="6337545" y="3025422"/>
            <a:ext cx="172136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7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EKRANI VAHETUS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TÄISEKRAANI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CBBDBE9-1BF7-981F-79A2-3A8A8F23CB90}"/>
              </a:ext>
            </a:extLst>
          </p:cNvPr>
          <p:cNvSpPr txBox="1"/>
          <p:nvPr/>
        </p:nvSpPr>
        <p:spPr>
          <a:xfrm>
            <a:off x="1625078" y="4238140"/>
            <a:ext cx="98277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EELMINE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ÜKSUS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EELMINE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PEATÜKK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9B1BF76-E29F-2C94-DD66-6677D78CCA67}"/>
              </a:ext>
            </a:extLst>
          </p:cNvPr>
          <p:cNvSpPr txBox="1"/>
          <p:nvPr/>
        </p:nvSpPr>
        <p:spPr>
          <a:xfrm>
            <a:off x="2897805" y="4238140"/>
            <a:ext cx="106471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VÄIKE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TAGASI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TAGASI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KERIMINE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EF7DDBA-5CB2-A6F1-5CE5-FEA679AD1C90}"/>
              </a:ext>
            </a:extLst>
          </p:cNvPr>
          <p:cNvSpPr txBox="1"/>
          <p:nvPr/>
        </p:nvSpPr>
        <p:spPr>
          <a:xfrm>
            <a:off x="4040326" y="4238140"/>
            <a:ext cx="1334083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TAASESITUSE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VÕI JÄTKA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PEATAMINE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52416AC-B181-021D-A570-3F62B6921642}"/>
              </a:ext>
            </a:extLst>
          </p:cNvPr>
          <p:cNvSpPr txBox="1"/>
          <p:nvPr/>
        </p:nvSpPr>
        <p:spPr>
          <a:xfrm>
            <a:off x="5361759" y="4238140"/>
            <a:ext cx="124104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VÄIKE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EDASILÖÖK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KIIRE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 EDASILÖÖK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3633A16-E304-5434-A006-6009A7E58A07}"/>
              </a:ext>
            </a:extLst>
          </p:cNvPr>
          <p:cNvSpPr txBox="1"/>
          <p:nvPr/>
        </p:nvSpPr>
        <p:spPr>
          <a:xfrm>
            <a:off x="6713462" y="4238140"/>
            <a:ext cx="111825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JÄRGMINE</a:t>
            </a:r>
          </a:p>
          <a:p>
            <a:pPr algn="ctr"/>
            <a:r>
              <a:rPr lang="de-DE" sz="1700" dirty="0">
                <a:solidFill>
                  <a:schemeClr val="bg1"/>
                </a:solidFill>
              </a:rPr>
              <a:t>ÜKSUS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JÄRGMINE</a:t>
            </a:r>
          </a:p>
          <a:p>
            <a:pPr algn="ctr"/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PEATÜKK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811B946-6A2F-9996-AAD7-DEF03981C084}"/>
              </a:ext>
            </a:extLst>
          </p:cNvPr>
          <p:cNvSpPr txBox="1"/>
          <p:nvPr/>
        </p:nvSpPr>
        <p:spPr>
          <a:xfrm>
            <a:off x="1383852" y="5658133"/>
            <a:ext cx="89639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700" dirty="0">
                <a:solidFill>
                  <a:schemeClr val="bg1"/>
                </a:solidFill>
              </a:rPr>
              <a:t>PEA</a:t>
            </a:r>
          </a:p>
          <a:p>
            <a:pPr algn="r"/>
            <a:r>
              <a:rPr lang="de-DE" sz="1700" dirty="0">
                <a:solidFill>
                  <a:schemeClr val="bg1"/>
                </a:solidFill>
              </a:rPr>
              <a:t>MENÜÜ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0788E09-1E10-29A9-DD89-C2E80025C53D}"/>
              </a:ext>
            </a:extLst>
          </p:cNvPr>
          <p:cNvSpPr txBox="1"/>
          <p:nvPr/>
        </p:nvSpPr>
        <p:spPr>
          <a:xfrm>
            <a:off x="1497956" y="8816151"/>
            <a:ext cx="81682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700" dirty="0">
                <a:solidFill>
                  <a:schemeClr val="bg1"/>
                </a:solidFill>
              </a:rPr>
              <a:t>TAGASI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EE358A2-FF89-40C8-FBB6-DDD16703D0B2}"/>
              </a:ext>
            </a:extLst>
          </p:cNvPr>
          <p:cNvSpPr txBox="1"/>
          <p:nvPr/>
        </p:nvSpPr>
        <p:spPr>
          <a:xfrm>
            <a:off x="5567546" y="5634983"/>
            <a:ext cx="263341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00" dirty="0">
                <a:solidFill>
                  <a:schemeClr val="bg1"/>
                </a:solidFill>
              </a:rPr>
              <a:t>NÄITA TEAVE</a:t>
            </a:r>
          </a:p>
          <a:p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NÄITA KODEKI TEAVE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E629AEF-B655-9CA9-4017-2160FD508900}"/>
              </a:ext>
            </a:extLst>
          </p:cNvPr>
          <p:cNvSpPr txBox="1"/>
          <p:nvPr/>
        </p:nvSpPr>
        <p:spPr>
          <a:xfrm>
            <a:off x="5567546" y="8265323"/>
            <a:ext cx="2633417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700" dirty="0">
                <a:solidFill>
                  <a:schemeClr val="bg1"/>
                </a:solidFill>
              </a:rPr>
              <a:t>TAASESITUSE JUHTNUPUD (OSD)</a:t>
            </a:r>
            <a:endParaRPr lang="de-DE" dirty="0">
              <a:solidFill>
                <a:srgbClr val="FF0000"/>
              </a:solidFill>
            </a:endParaRPr>
          </a:p>
          <a:p>
            <a:r>
              <a:rPr lang="de-DE" sz="1700" dirty="0">
                <a:solidFill>
                  <a:schemeClr val="bg1">
                    <a:lumMod val="75000"/>
                  </a:schemeClr>
                </a:solidFill>
              </a:rPr>
              <a:t>KONTEKSTIMENÜÜ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4DAACF8-AA08-B2EC-CC42-311BEF400B2F}"/>
              </a:ext>
            </a:extLst>
          </p:cNvPr>
          <p:cNvSpPr txBox="1"/>
          <p:nvPr/>
        </p:nvSpPr>
        <p:spPr>
          <a:xfrm>
            <a:off x="1707533" y="10348100"/>
            <a:ext cx="1043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r">
              <a:defRPr sz="1700">
                <a:solidFill>
                  <a:schemeClr val="bg1"/>
                </a:solidFill>
              </a:defRPr>
            </a:lvl1pPr>
          </a:lstStyle>
          <a:p>
            <a:pPr algn="ctr"/>
            <a:r>
              <a:rPr lang="de-DE" dirty="0"/>
              <a:t>MUUSIKA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CA5EDA1-03FE-D21E-2A14-6113FC47F0CB}"/>
              </a:ext>
            </a:extLst>
          </p:cNvPr>
          <p:cNvSpPr txBox="1"/>
          <p:nvPr/>
        </p:nvSpPr>
        <p:spPr>
          <a:xfrm>
            <a:off x="3494692" y="10348100"/>
            <a:ext cx="80502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FILMID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7840E5F-EB91-D3A3-2BEC-B0FF1AAF2D3B}"/>
              </a:ext>
            </a:extLst>
          </p:cNvPr>
          <p:cNvSpPr txBox="1"/>
          <p:nvPr/>
        </p:nvSpPr>
        <p:spPr>
          <a:xfrm>
            <a:off x="5100811" y="10348100"/>
            <a:ext cx="85420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SARJAD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7E3722A-4169-8AAA-8AF6-0D334AF38922}"/>
              </a:ext>
            </a:extLst>
          </p:cNvPr>
          <p:cNvSpPr txBox="1"/>
          <p:nvPr/>
        </p:nvSpPr>
        <p:spPr>
          <a:xfrm>
            <a:off x="6814950" y="10348100"/>
            <a:ext cx="76655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PILDID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1173F94-73FB-C344-82F1-6A5EA9B80645}"/>
              </a:ext>
            </a:extLst>
          </p:cNvPr>
          <p:cNvSpPr txBox="1"/>
          <p:nvPr/>
        </p:nvSpPr>
        <p:spPr>
          <a:xfrm>
            <a:off x="1938773" y="7115235"/>
            <a:ext cx="1091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NAVIGEERI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VASAKULE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D83EFB4-79D2-43EC-190E-6A493490A040}"/>
              </a:ext>
            </a:extLst>
          </p:cNvPr>
          <p:cNvSpPr txBox="1"/>
          <p:nvPr/>
        </p:nvSpPr>
        <p:spPr>
          <a:xfrm>
            <a:off x="4759120" y="7115235"/>
            <a:ext cx="1091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NAVIGEERI</a:t>
            </a:r>
          </a:p>
          <a:p>
            <a:r>
              <a:rPr lang="de-DE" sz="1600" dirty="0">
                <a:solidFill>
                  <a:schemeClr val="bg1"/>
                </a:solidFill>
              </a:rPr>
              <a:t>PAREMALE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2507A9D-F1F1-FDD4-1E5D-6424CE60C0BE}"/>
              </a:ext>
            </a:extLst>
          </p:cNvPr>
          <p:cNvSpPr txBox="1"/>
          <p:nvPr/>
        </p:nvSpPr>
        <p:spPr>
          <a:xfrm>
            <a:off x="3343647" y="5946971"/>
            <a:ext cx="1091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NAVIGEERI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ÜLES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88ED99F-BC89-B6B4-9EB7-66F767617B4D}"/>
              </a:ext>
            </a:extLst>
          </p:cNvPr>
          <p:cNvSpPr txBox="1"/>
          <p:nvPr/>
        </p:nvSpPr>
        <p:spPr>
          <a:xfrm>
            <a:off x="3343646" y="8289041"/>
            <a:ext cx="1091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NAVIGEERI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ALLA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C6AC06D-535A-A808-AEC0-DD9BDC6B4DBD}"/>
              </a:ext>
            </a:extLst>
          </p:cNvPr>
          <p:cNvSpPr txBox="1"/>
          <p:nvPr/>
        </p:nvSpPr>
        <p:spPr>
          <a:xfrm>
            <a:off x="4479865" y="7985711"/>
            <a:ext cx="88299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700" dirty="0">
                <a:solidFill>
                  <a:schemeClr val="bg1"/>
                </a:solidFill>
              </a:rPr>
              <a:t>VALIMA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9BE00CF-3EEB-A6DA-BA1D-9D0672B2A745}"/>
              </a:ext>
            </a:extLst>
          </p:cNvPr>
          <p:cNvSpPr txBox="1"/>
          <p:nvPr/>
        </p:nvSpPr>
        <p:spPr>
          <a:xfrm>
            <a:off x="3528543" y="10968560"/>
            <a:ext cx="24992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PUUDUTA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vs. PIKK VAJUTUS</a:t>
            </a:r>
          </a:p>
        </p:txBody>
      </p:sp>
    </p:spTree>
    <p:extLst>
      <p:ext uri="{BB962C8B-B14F-4D97-AF65-F5344CB8AC3E}">
        <p14:creationId xmlns:p14="http://schemas.microsoft.com/office/powerpoint/2010/main" val="2653053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E7192-01A4-04CB-6E2C-F98CA16A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B91687C-2A65-CF65-5DC5-D2E611A24B55}"/>
              </a:ext>
            </a:extLst>
          </p:cNvPr>
          <p:cNvSpPr txBox="1"/>
          <p:nvPr/>
        </p:nvSpPr>
        <p:spPr>
          <a:xfrm>
            <a:off x="7955466" y="211783"/>
            <a:ext cx="13612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200" dirty="0">
                <a:solidFill>
                  <a:schemeClr val="bg1"/>
                </a:solidFill>
              </a:rPr>
              <a:t>English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98D88AB-11C2-FCC1-BE6D-97795FCD1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596" y="1484922"/>
            <a:ext cx="6840000" cy="98325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96CACC3B-A76E-8ED5-2710-DA12602A0CA8}"/>
              </a:ext>
            </a:extLst>
          </p:cNvPr>
          <p:cNvSpPr txBox="1"/>
          <p:nvPr/>
        </p:nvSpPr>
        <p:spPr>
          <a:xfrm>
            <a:off x="3630080" y="1488085"/>
            <a:ext cx="2359941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400" b="1" dirty="0">
                <a:solidFill>
                  <a:schemeClr val="bg1"/>
                </a:solidFill>
              </a:rPr>
              <a:t>QUICK HELP</a:t>
            </a:r>
          </a:p>
          <a:p>
            <a:pPr algn="ctr"/>
            <a:r>
              <a:rPr lang="de-DE" sz="2400" dirty="0">
                <a:solidFill>
                  <a:schemeClr val="bg1"/>
                </a:solidFill>
              </a:rPr>
              <a:t>Remote Control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C92429E-EE86-4DD3-B82D-6B8B5E62BF1B}"/>
              </a:ext>
            </a:extLst>
          </p:cNvPr>
          <p:cNvSpPr txBox="1"/>
          <p:nvPr/>
        </p:nvSpPr>
        <p:spPr>
          <a:xfrm>
            <a:off x="1653625" y="3025422"/>
            <a:ext cx="1127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STOP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PLAYBACK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9457252-156E-B9CC-6197-D10825C4B05D}"/>
              </a:ext>
            </a:extLst>
          </p:cNvPr>
          <p:cNvSpPr txBox="1"/>
          <p:nvPr/>
        </p:nvSpPr>
        <p:spPr>
          <a:xfrm>
            <a:off x="2901347" y="3025422"/>
            <a:ext cx="19454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SELECT SUBTITLES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SEARCH SUBTITLES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D5E1769-4FE1-5718-2891-C39CD86B052A}"/>
              </a:ext>
            </a:extLst>
          </p:cNvPr>
          <p:cNvSpPr txBox="1"/>
          <p:nvPr/>
        </p:nvSpPr>
        <p:spPr>
          <a:xfrm>
            <a:off x="4722485" y="3025422"/>
            <a:ext cx="1582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SELECT AUDIO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STREAMS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BD9A93E-97BC-DA98-69FA-AEDB70B5E0D5}"/>
              </a:ext>
            </a:extLst>
          </p:cNvPr>
          <p:cNvSpPr txBox="1"/>
          <p:nvPr/>
        </p:nvSpPr>
        <p:spPr>
          <a:xfrm>
            <a:off x="6111298" y="3025422"/>
            <a:ext cx="2173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TOGGLE SCREEN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TOGGLE FULLSCREEN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D325960-DF5B-5156-48A2-E338AD91691F}"/>
              </a:ext>
            </a:extLst>
          </p:cNvPr>
          <p:cNvSpPr txBox="1"/>
          <p:nvPr/>
        </p:nvSpPr>
        <p:spPr>
          <a:xfrm>
            <a:off x="1569634" y="4238140"/>
            <a:ext cx="11352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PREVIOUS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PREVIOUS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CHAPTER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0013CB4-C2DD-E5D1-3746-70EB47D08E67}"/>
              </a:ext>
            </a:extLst>
          </p:cNvPr>
          <p:cNvSpPr txBox="1"/>
          <p:nvPr/>
        </p:nvSpPr>
        <p:spPr>
          <a:xfrm>
            <a:off x="2793098" y="4238140"/>
            <a:ext cx="12741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SMALL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BACKWARD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REWIND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92D2453-0F57-7D7E-B01F-3D6547D91F2C}"/>
              </a:ext>
            </a:extLst>
          </p:cNvPr>
          <p:cNvSpPr txBox="1"/>
          <p:nvPr/>
        </p:nvSpPr>
        <p:spPr>
          <a:xfrm>
            <a:off x="4132178" y="4238140"/>
            <a:ext cx="11272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PAUSE OR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UNPAUSE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PLAYBACK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4AFA32D-CD37-C0FC-BBC2-A582BF49BDB5}"/>
              </a:ext>
            </a:extLst>
          </p:cNvPr>
          <p:cNvSpPr txBox="1"/>
          <p:nvPr/>
        </p:nvSpPr>
        <p:spPr>
          <a:xfrm>
            <a:off x="5176366" y="4238140"/>
            <a:ext cx="16543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SMALL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FORWARD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FAST FORWARD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C4D21D4-3A36-A32E-E231-1E7193BF9A2C}"/>
              </a:ext>
            </a:extLst>
          </p:cNvPr>
          <p:cNvSpPr txBox="1"/>
          <p:nvPr/>
        </p:nvSpPr>
        <p:spPr>
          <a:xfrm>
            <a:off x="6746357" y="4238140"/>
            <a:ext cx="10524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NEXT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ITEM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NEXT</a:t>
            </a:r>
          </a:p>
          <a:p>
            <a:pPr algn="ctr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CHAPTER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19D2050-3BA3-76D2-D332-360F83E1D865}"/>
              </a:ext>
            </a:extLst>
          </p:cNvPr>
          <p:cNvSpPr txBox="1"/>
          <p:nvPr/>
        </p:nvSpPr>
        <p:spPr>
          <a:xfrm>
            <a:off x="1466499" y="5634983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2FA35ED-E7D8-DC76-EC1B-9582E678F421}"/>
              </a:ext>
            </a:extLst>
          </p:cNvPr>
          <p:cNvSpPr txBox="1"/>
          <p:nvPr/>
        </p:nvSpPr>
        <p:spPr>
          <a:xfrm>
            <a:off x="1574605" y="8809817"/>
            <a:ext cx="682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BACK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8C48C3B-AE49-3FD8-680C-40F296F47A71}"/>
              </a:ext>
            </a:extLst>
          </p:cNvPr>
          <p:cNvSpPr txBox="1"/>
          <p:nvPr/>
        </p:nvSpPr>
        <p:spPr>
          <a:xfrm>
            <a:off x="5567546" y="5634983"/>
            <a:ext cx="2633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SHOW INFORMATION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SHOW CODEC INFORMATON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435B3B9-DA1D-DD47-2C4E-5A332039046F}"/>
              </a:ext>
            </a:extLst>
          </p:cNvPr>
          <p:cNvSpPr txBox="1"/>
          <p:nvPr/>
        </p:nvSpPr>
        <p:spPr>
          <a:xfrm>
            <a:off x="5567546" y="8543117"/>
            <a:ext cx="2633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PLAYER CONTROLS (OSD)</a:t>
            </a:r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CONTEXT MENU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42E607F-9141-4951-B642-EF9ABE691987}"/>
              </a:ext>
            </a:extLst>
          </p:cNvPr>
          <p:cNvSpPr txBox="1"/>
          <p:nvPr/>
        </p:nvSpPr>
        <p:spPr>
          <a:xfrm>
            <a:off x="1809200" y="10348100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MUSIC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CD669DB-0CA1-06A8-77EB-08921BDC15AC}"/>
              </a:ext>
            </a:extLst>
          </p:cNvPr>
          <p:cNvSpPr txBox="1"/>
          <p:nvPr/>
        </p:nvSpPr>
        <p:spPr>
          <a:xfrm>
            <a:off x="3429096" y="10348100"/>
            <a:ext cx="93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MOVIES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D4D037C-217D-D1D7-B140-4906798D98EB}"/>
              </a:ext>
            </a:extLst>
          </p:cNvPr>
          <p:cNvSpPr txBox="1"/>
          <p:nvPr/>
        </p:nvSpPr>
        <p:spPr>
          <a:xfrm>
            <a:off x="4932463" y="10348100"/>
            <a:ext cx="1190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TV SHOWS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2C20575-9295-AC65-1AAD-8EB01DE4F3AE}"/>
              </a:ext>
            </a:extLst>
          </p:cNvPr>
          <p:cNvSpPr txBox="1"/>
          <p:nvPr/>
        </p:nvSpPr>
        <p:spPr>
          <a:xfrm>
            <a:off x="6655193" y="10348100"/>
            <a:ext cx="1086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PICTURES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1DFA1BA-870B-7BDE-6DBD-6F9EEEF672DD}"/>
              </a:ext>
            </a:extLst>
          </p:cNvPr>
          <p:cNvSpPr txBox="1"/>
          <p:nvPr/>
        </p:nvSpPr>
        <p:spPr>
          <a:xfrm>
            <a:off x="2001290" y="7115235"/>
            <a:ext cx="1028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>
                <a:solidFill>
                  <a:schemeClr val="bg1"/>
                </a:solidFill>
              </a:rPr>
              <a:t>NAVIGATE</a:t>
            </a:r>
          </a:p>
          <a:p>
            <a:pPr algn="r"/>
            <a:r>
              <a:rPr lang="de-DE" sz="1600" dirty="0">
                <a:solidFill>
                  <a:schemeClr val="bg1"/>
                </a:solidFill>
              </a:rPr>
              <a:t>LEFT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9BA82479-A355-A712-6F5D-774E449F4E5F}"/>
              </a:ext>
            </a:extLst>
          </p:cNvPr>
          <p:cNvSpPr txBox="1"/>
          <p:nvPr/>
        </p:nvSpPr>
        <p:spPr>
          <a:xfrm>
            <a:off x="4759120" y="7115235"/>
            <a:ext cx="1028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NAVIGATE</a:t>
            </a:r>
          </a:p>
          <a:p>
            <a:r>
              <a:rPr lang="de-DE" sz="1600" dirty="0">
                <a:solidFill>
                  <a:schemeClr val="bg1"/>
                </a:solidFill>
              </a:rPr>
              <a:t>RIGHT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B25E7CA-9829-1339-8B1B-8138B1FE270C}"/>
              </a:ext>
            </a:extLst>
          </p:cNvPr>
          <p:cNvSpPr txBox="1"/>
          <p:nvPr/>
        </p:nvSpPr>
        <p:spPr>
          <a:xfrm>
            <a:off x="3374905" y="5946971"/>
            <a:ext cx="1028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NAVIGATE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UP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ED676AF-A55C-22B8-C8E4-2D13C2770CDE}"/>
              </a:ext>
            </a:extLst>
          </p:cNvPr>
          <p:cNvSpPr txBox="1"/>
          <p:nvPr/>
        </p:nvSpPr>
        <p:spPr>
          <a:xfrm>
            <a:off x="3374904" y="8289041"/>
            <a:ext cx="1028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NAVIGATE</a:t>
            </a:r>
          </a:p>
          <a:p>
            <a:pPr algn="ctr"/>
            <a:r>
              <a:rPr lang="de-DE" sz="1600" dirty="0">
                <a:solidFill>
                  <a:schemeClr val="bg1"/>
                </a:solidFill>
              </a:rPr>
              <a:t>DOWN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5B7F468C-57E8-4577-C351-27184FFA2A76}"/>
              </a:ext>
            </a:extLst>
          </p:cNvPr>
          <p:cNvSpPr txBox="1"/>
          <p:nvPr/>
        </p:nvSpPr>
        <p:spPr>
          <a:xfrm>
            <a:off x="4479865" y="7985711"/>
            <a:ext cx="774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chemeClr val="bg1"/>
                </a:solidFill>
              </a:rPr>
              <a:t>SELECT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834BF650-D329-3EB1-E467-2627C91E11BC}"/>
              </a:ext>
            </a:extLst>
          </p:cNvPr>
          <p:cNvSpPr txBox="1"/>
          <p:nvPr/>
        </p:nvSpPr>
        <p:spPr>
          <a:xfrm>
            <a:off x="3186335" y="10968560"/>
            <a:ext cx="31836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TAP ACTION </a:t>
            </a:r>
            <a:r>
              <a:rPr lang="de-DE" sz="1600" dirty="0">
                <a:solidFill>
                  <a:schemeClr val="bg2"/>
                </a:solidFill>
              </a:rPr>
              <a:t>vs.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LONGPRESS ACTION</a:t>
            </a:r>
          </a:p>
        </p:txBody>
      </p:sp>
    </p:spTree>
    <p:extLst>
      <p:ext uri="{BB962C8B-B14F-4D97-AF65-F5344CB8AC3E}">
        <p14:creationId xmlns:p14="http://schemas.microsoft.com/office/powerpoint/2010/main" val="2115257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1673</Words>
  <Application>Microsoft Macintosh PowerPoint</Application>
  <PresentationFormat>A3-Papier (297 x 420 mm)</PresentationFormat>
  <Paragraphs>1051</Paragraphs>
  <Slides>22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Andree Buschmann</dc:creator>
  <cp:lastModifiedBy>Andree Buschmann</cp:lastModifiedBy>
  <cp:revision>103</cp:revision>
  <cp:lastPrinted>2025-12-07T20:50:56Z</cp:lastPrinted>
  <dcterms:created xsi:type="dcterms:W3CDTF">2021-06-04T15:58:37Z</dcterms:created>
  <dcterms:modified xsi:type="dcterms:W3CDTF">2026-04-09T17:38:59Z</dcterms:modified>
</cp:coreProperties>
</file>